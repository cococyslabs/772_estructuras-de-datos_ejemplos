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Play"/>
      <p:regular r:id="rId21"/>
      <p:bold r:id="rId22"/>
    </p:embeddedFont>
    <p:embeddedFont>
      <p:font typeface="Garamond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T4KIOn5CMO+6stR//95uv9HMn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9F2161-D83C-4A1B-9888-E29324E5CC7A}">
  <a:tblStyle styleId="{329F2161-D83C-4A1B-9888-E29324E5CC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DB56973-9F5A-42C5-A8F1-55634E2103A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Garamond-bold.fntdata"/><Relationship Id="rId23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aramond-boldItalic.fntdata"/><Relationship Id="rId25" Type="http://schemas.openxmlformats.org/officeDocument/2006/relationships/font" Target="fonts/Garamond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3bd05ff8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9f3bd05ff8_1_85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08694b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b08694b34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08694b34a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b08694b3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08694b34a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b08694b3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8694b34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b08694b34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08694b34a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b08694b3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6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24"/>
          <p:cNvGrpSpPr/>
          <p:nvPr/>
        </p:nvGrpSpPr>
        <p:grpSpPr>
          <a:xfrm>
            <a:off x="-25401" y="0"/>
            <a:ext cx="18346740" cy="10284321"/>
            <a:chOff x="-16934" y="0"/>
            <a:chExt cx="12231160" cy="6856214"/>
          </a:xfrm>
        </p:grpSpPr>
        <p:pic>
          <p:nvPicPr>
            <p:cNvPr descr="HD-PanelTitleR1.png" id="26" name="Google Shape;26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2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8" name="Google Shape;2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9" name="Google Shape;2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24"/>
          <p:cNvSpPr txBox="1"/>
          <p:nvPr>
            <p:ph type="ctrTitle"/>
          </p:nvPr>
        </p:nvSpPr>
        <p:spPr>
          <a:xfrm>
            <a:off x="4038598" y="2806697"/>
            <a:ext cx="10223504" cy="22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00"/>
              <a:buFont typeface="Garamond"/>
              <a:buNone/>
              <a:defRPr sz="8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subTitle"/>
          </p:nvPr>
        </p:nvSpPr>
        <p:spPr>
          <a:xfrm>
            <a:off x="4038598" y="5486396"/>
            <a:ext cx="10223504" cy="198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3623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34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310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27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241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11974849" y="7556495"/>
            <a:ext cx="1346201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4038596" y="7556495"/>
            <a:ext cx="782195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13435351" y="7556495"/>
            <a:ext cx="826751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24"/>
          <p:cNvCxnSpPr/>
          <p:nvPr/>
        </p:nvCxnSpPr>
        <p:spPr>
          <a:xfrm>
            <a:off x="4038599" y="5283197"/>
            <a:ext cx="10223502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25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5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1943102" y="3835398"/>
            <a:ext cx="14401794" cy="497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title"/>
          </p:nvPr>
        </p:nvSpPr>
        <p:spPr>
          <a:xfrm>
            <a:off x="3022604" y="2628909"/>
            <a:ext cx="12238032" cy="2733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3022601" y="5769077"/>
            <a:ext cx="12238035" cy="143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720"/>
              </a:spcBef>
              <a:spcAft>
                <a:spcPts val="0"/>
              </a:spcAft>
              <a:buSzPts val="4140"/>
              <a:buNone/>
              <a:defRPr sz="3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26"/>
          <p:cNvCxnSpPr/>
          <p:nvPr/>
        </p:nvCxnSpPr>
        <p:spPr>
          <a:xfrm>
            <a:off x="3019085" y="5565878"/>
            <a:ext cx="1224507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27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27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1947672" y="3840480"/>
            <a:ext cx="7077456" cy="496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2" type="body"/>
          </p:nvPr>
        </p:nvSpPr>
        <p:spPr>
          <a:xfrm>
            <a:off x="9272016" y="3840480"/>
            <a:ext cx="7077456" cy="496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1943100" y="3987800"/>
            <a:ext cx="707745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8"/>
              </a:spcBef>
              <a:spcAft>
                <a:spcPts val="0"/>
              </a:spcAft>
              <a:buSzPts val="4830"/>
              <a:buNone/>
              <a:defRPr b="0" sz="42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4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10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760"/>
              <a:buNone/>
              <a:defRPr b="1" sz="24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1943100" y="4864894"/>
            <a:ext cx="7077456" cy="39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3" type="body"/>
          </p:nvPr>
        </p:nvSpPr>
        <p:spPr>
          <a:xfrm>
            <a:off x="9271005" y="3987800"/>
            <a:ext cx="707745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8"/>
              </a:spcBef>
              <a:spcAft>
                <a:spcPts val="0"/>
              </a:spcAft>
              <a:buSzPts val="4830"/>
              <a:buNone/>
              <a:defRPr b="0" sz="42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4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10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76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760"/>
              <a:buNone/>
              <a:defRPr b="1" sz="2400"/>
            </a:lvl9pPr>
          </a:lstStyle>
          <a:p/>
        </p:txBody>
      </p:sp>
      <p:sp>
        <p:nvSpPr>
          <p:cNvPr id="63" name="Google Shape;63;p28"/>
          <p:cNvSpPr txBox="1"/>
          <p:nvPr>
            <p:ph idx="4" type="body"/>
          </p:nvPr>
        </p:nvSpPr>
        <p:spPr>
          <a:xfrm>
            <a:off x="9271005" y="4864894"/>
            <a:ext cx="7077456" cy="39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" name="Google Shape;67;p28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29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>
            <a:off x="1940717" y="2082801"/>
            <a:ext cx="557768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>
            <a:off x="8128002" y="1473197"/>
            <a:ext cx="8204199" cy="7340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2" type="body"/>
          </p:nvPr>
        </p:nvSpPr>
        <p:spPr>
          <a:xfrm>
            <a:off x="1940717" y="4546598"/>
            <a:ext cx="5577683" cy="3657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30"/>
          <p:cNvCxnSpPr/>
          <p:nvPr/>
        </p:nvCxnSpPr>
        <p:spPr>
          <a:xfrm>
            <a:off x="2094254" y="4368800"/>
            <a:ext cx="52717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/>
          <p:nvPr>
            <p:ph type="title"/>
          </p:nvPr>
        </p:nvSpPr>
        <p:spPr>
          <a:xfrm>
            <a:off x="1943099" y="2825748"/>
            <a:ext cx="93627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00"/>
              <a:buFont typeface="Garamond"/>
              <a:buNone/>
              <a:defRPr b="0"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/>
          <p:nvPr>
            <p:ph idx="2" type="pic"/>
          </p:nvPr>
        </p:nvSpPr>
        <p:spPr>
          <a:xfrm>
            <a:off x="12142247" y="1562100"/>
            <a:ext cx="4595021" cy="71628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31"/>
          <p:cNvSpPr txBox="1"/>
          <p:nvPr>
            <p:ph idx="1" type="body"/>
          </p:nvPr>
        </p:nvSpPr>
        <p:spPr>
          <a:xfrm>
            <a:off x="1943099" y="4883148"/>
            <a:ext cx="93627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40"/>
              </a:spcBef>
              <a:spcAft>
                <a:spcPts val="0"/>
              </a:spcAft>
              <a:buSzPts val="3105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/>
        </p:txBody>
      </p:sp>
      <p:sp>
        <p:nvSpPr>
          <p:cNvPr id="86" name="Google Shape;86;p31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 txBox="1"/>
          <p:nvPr>
            <p:ph type="title"/>
          </p:nvPr>
        </p:nvSpPr>
        <p:spPr>
          <a:xfrm>
            <a:off x="1943102" y="7223122"/>
            <a:ext cx="14414499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/>
          <p:nvPr>
            <p:ph idx="2" type="pic"/>
          </p:nvPr>
        </p:nvSpPr>
        <p:spPr>
          <a:xfrm>
            <a:off x="1562141" y="1562099"/>
            <a:ext cx="15158958" cy="5003804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32"/>
          <p:cNvSpPr txBox="1"/>
          <p:nvPr>
            <p:ph idx="1" type="body"/>
          </p:nvPr>
        </p:nvSpPr>
        <p:spPr>
          <a:xfrm>
            <a:off x="1943102" y="8073230"/>
            <a:ext cx="14414499" cy="74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>
            <a:off x="1955802" y="1473198"/>
            <a:ext cx="14389098" cy="4432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>
            <a:off x="1955802" y="6515099"/>
            <a:ext cx="14389098" cy="2298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2094254" y="62102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/>
          <p:nvPr>
            <p:ph type="title"/>
          </p:nvPr>
        </p:nvSpPr>
        <p:spPr>
          <a:xfrm>
            <a:off x="2169320" y="1473198"/>
            <a:ext cx="13944597" cy="3556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aramond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" type="body"/>
          </p:nvPr>
        </p:nvSpPr>
        <p:spPr>
          <a:xfrm>
            <a:off x="2512218" y="5029200"/>
            <a:ext cx="1325880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3450"/>
              <a:buFont typeface="Garamond"/>
              <a:buNone/>
              <a:defRPr sz="30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450"/>
              <a:buFont typeface="Garamond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105"/>
              <a:buFont typeface="Garamond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760"/>
              <a:buFont typeface="Garamond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Font typeface="Garamond"/>
              <a:buNone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2" type="body"/>
          </p:nvPr>
        </p:nvSpPr>
        <p:spPr>
          <a:xfrm>
            <a:off x="1943102" y="6515099"/>
            <a:ext cx="14414499" cy="2298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34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34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1" name="Google Shape;111;p34"/>
          <p:cNvSpPr txBox="1"/>
          <p:nvPr/>
        </p:nvSpPr>
        <p:spPr>
          <a:xfrm>
            <a:off x="15900401" y="424180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2" name="Google Shape;112;p34"/>
          <p:cNvCxnSpPr/>
          <p:nvPr/>
        </p:nvCxnSpPr>
        <p:spPr>
          <a:xfrm>
            <a:off x="2094254" y="62102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1943103" y="4962872"/>
            <a:ext cx="14414502" cy="22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1943102" y="7166072"/>
            <a:ext cx="1441450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35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type="title"/>
          </p:nvPr>
        </p:nvSpPr>
        <p:spPr>
          <a:xfrm>
            <a:off x="2169320" y="1473198"/>
            <a:ext cx="13944597" cy="3365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aramond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1" type="body"/>
          </p:nvPr>
        </p:nvSpPr>
        <p:spPr>
          <a:xfrm>
            <a:off x="1943102" y="5458968"/>
            <a:ext cx="14414502" cy="1330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4140"/>
              <a:buNone/>
              <a:defRPr sz="3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36"/>
          <p:cNvSpPr txBox="1"/>
          <p:nvPr>
            <p:ph idx="2" type="body"/>
          </p:nvPr>
        </p:nvSpPr>
        <p:spPr>
          <a:xfrm>
            <a:off x="1943102" y="6794500"/>
            <a:ext cx="14414502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10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36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6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36"/>
          <p:cNvSpPr txBox="1"/>
          <p:nvPr/>
        </p:nvSpPr>
        <p:spPr>
          <a:xfrm>
            <a:off x="15900401" y="389889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36"/>
          <p:cNvCxnSpPr/>
          <p:nvPr/>
        </p:nvCxnSpPr>
        <p:spPr>
          <a:xfrm>
            <a:off x="2094254" y="5143500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/>
          <p:nvPr>
            <p:ph type="title"/>
          </p:nvPr>
        </p:nvSpPr>
        <p:spPr>
          <a:xfrm>
            <a:off x="1943102" y="1473198"/>
            <a:ext cx="14414499" cy="3365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" type="body"/>
          </p:nvPr>
        </p:nvSpPr>
        <p:spPr>
          <a:xfrm>
            <a:off x="1943102" y="5445252"/>
            <a:ext cx="1441450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4830"/>
              <a:buNone/>
              <a:defRPr sz="42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37"/>
          <p:cNvSpPr txBox="1"/>
          <p:nvPr>
            <p:ph idx="2" type="body"/>
          </p:nvPr>
        </p:nvSpPr>
        <p:spPr>
          <a:xfrm>
            <a:off x="1943100" y="6705599"/>
            <a:ext cx="14414505" cy="2108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10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3" name="Google Shape;133;p37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6" name="Google Shape;136;p37"/>
          <p:cNvCxnSpPr/>
          <p:nvPr/>
        </p:nvCxnSpPr>
        <p:spPr>
          <a:xfrm>
            <a:off x="2094254" y="5143500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" type="body"/>
          </p:nvPr>
        </p:nvSpPr>
        <p:spPr>
          <a:xfrm rot="5400000">
            <a:off x="6654797" y="-876297"/>
            <a:ext cx="4978404" cy="14401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3" name="Google Shape;143;p38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9"/>
          <p:cNvSpPr txBox="1"/>
          <p:nvPr>
            <p:ph type="title"/>
          </p:nvPr>
        </p:nvSpPr>
        <p:spPr>
          <a:xfrm rot="5400000">
            <a:off x="11246905" y="3725327"/>
            <a:ext cx="7340603" cy="2836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" type="body"/>
          </p:nvPr>
        </p:nvSpPr>
        <p:spPr>
          <a:xfrm rot="5400000">
            <a:off x="3847567" y="-431271"/>
            <a:ext cx="7340601" cy="11149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0" name="Google Shape;150;p39"/>
          <p:cNvCxnSpPr/>
          <p:nvPr/>
        </p:nvCxnSpPr>
        <p:spPr>
          <a:xfrm>
            <a:off x="13295835" y="1485900"/>
            <a:ext cx="0" cy="73152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7.xml"/><Relationship Id="rId21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jp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1"/>
          <p:cNvGrpSpPr/>
          <p:nvPr/>
        </p:nvGrpSpPr>
        <p:grpSpPr>
          <a:xfrm>
            <a:off x="-23604" y="0"/>
            <a:ext cx="18344943" cy="10284321"/>
            <a:chOff x="-15736" y="0"/>
            <a:chExt cx="12229962" cy="6856214"/>
          </a:xfrm>
        </p:grpSpPr>
        <p:pic>
          <p:nvPicPr>
            <p:cNvPr descr="HD-PanelContent.png" id="7" name="Google Shape;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2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21"/>
          <p:cNvSpPr txBox="1"/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b="0" i="0" sz="6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1943102" y="3835398"/>
            <a:ext cx="14401794" cy="497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149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4140"/>
              <a:buFont typeface="Arial"/>
              <a:buChar char="•"/>
              <a:defRPr b="0" i="0" sz="3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447675" lvl="1" marL="9144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450"/>
              <a:buFont typeface="Arial"/>
              <a:buChar char="•"/>
              <a:defRPr b="0" i="0" sz="3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425768" lvl="2" marL="13716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105"/>
              <a:buFont typeface="Arial"/>
              <a:buChar char="•"/>
              <a:defRPr b="0" i="0" sz="27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403860" lvl="3" marL="18288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81952" lvl="4" marL="22860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81952" lvl="5" marL="27432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81952" lvl="6" marL="32004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81953" lvl="7" marL="36576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81953" lvl="8" marL="4114800" marR="0" rtl="0" algn="l"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ts val="2415"/>
              <a:buFont typeface="Arial"/>
              <a:buChar char="•"/>
              <a:defRPr b="0" i="0" sz="21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0" type="dt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1" type="ftr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2" type="sldNum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b="0" i="0" sz="15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forms/d/1tbl6NMhjYl6Pw2d29i_IJL20z-T7c7Q5M3S5ujqEUCA/edit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1pIZhrL9VZCL1_DoA7vsntt8XQiG5nnaGGfVDr-MuCOY/edit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3bd05ff8_1_85"/>
          <p:cNvSpPr/>
          <p:nvPr/>
        </p:nvSpPr>
        <p:spPr>
          <a:xfrm>
            <a:off x="14900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156" name="Google Shape;156;g39f3bd05ff8_1_85"/>
          <p:cNvGraphicFramePr/>
          <p:nvPr/>
        </p:nvGraphicFramePr>
        <p:xfrm>
          <a:off x="10385650" y="2233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{329F2161-D83C-4A1B-9888-E29324E5CC7A}</a:tableStyleId>
              </a:tblPr>
              <a:tblGrid>
                <a:gridCol w="2989950"/>
                <a:gridCol w="3296600"/>
              </a:tblGrid>
              <a:tr h="128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DIA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300"/>
                        <a:t>15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300" u="none" cap="none" strike="noStrike"/>
                        <a:t>0</a:t>
                      </a:r>
                      <a:r>
                        <a:rPr lang="en-US" sz="2300"/>
                        <a:t>7</a:t>
                      </a: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300" u="none" cap="none" strike="noStrike"/>
                        <a:t>2026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</a:t>
                      </a:r>
                      <a:r>
                        <a:rPr lang="en-US" sz="2300" u="none" cap="none" strike="noStrike"/>
                        <a:t>0</a:t>
                      </a:r>
                      <a:endParaRPr sz="13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g39f3bd05ff8_1_85"/>
          <p:cNvSpPr txBox="1"/>
          <p:nvPr/>
        </p:nvSpPr>
        <p:spPr>
          <a:xfrm>
            <a:off x="3953100" y="5029200"/>
            <a:ext cx="10984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9f3bd05ff8_1_85"/>
          <p:cNvSpPr txBox="1"/>
          <p:nvPr/>
        </p:nvSpPr>
        <p:spPr>
          <a:xfrm>
            <a:off x="4707864" y="6082672"/>
            <a:ext cx="8400000" cy="926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2757707" y="3590238"/>
            <a:ext cx="124707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ESTRUCTURAS DE DATOS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402121" y="597808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436723" y="1620157"/>
            <a:ext cx="6981379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402120" y="1100249"/>
            <a:ext cx="7015982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12959692" y="6988938"/>
            <a:ext cx="3284265" cy="1736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Open Sans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Puedes usar el 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Open Sans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que desees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Open Sans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conserva la estructura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Open Sans"/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69" name="Google Shape;16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175" name="Google Shape;175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1405654" y="389319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78" name="Google Shape;178;p2"/>
          <p:cNvGrpSpPr/>
          <p:nvPr/>
        </p:nvGrpSpPr>
        <p:grpSpPr>
          <a:xfrm>
            <a:off x="651748" y="-320625"/>
            <a:ext cx="8931198" cy="3120475"/>
            <a:chOff x="0" y="-95250"/>
            <a:chExt cx="8187000" cy="4160633"/>
          </a:xfrm>
        </p:grpSpPr>
        <p:sp>
          <p:nvSpPr>
            <p:cNvPr id="179" name="Google Shape;179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15000"/>
                <a:buFont typeface="Play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Garamond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"/>
          <p:cNvGrpSpPr/>
          <p:nvPr/>
        </p:nvGrpSpPr>
        <p:grpSpPr>
          <a:xfrm>
            <a:off x="1631324" y="5429851"/>
            <a:ext cx="8190114" cy="845568"/>
            <a:chOff x="0" y="-76197"/>
            <a:chExt cx="3707276" cy="360000"/>
          </a:xfrm>
        </p:grpSpPr>
        <p:sp>
          <p:nvSpPr>
            <p:cNvPr id="182" name="Google Shape;182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208558" y="-76197"/>
              <a:ext cx="33843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184" name="Google Shape;184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85" name="Google Shape;185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88" name="Google Shape;188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190" name="Google Shape;190;p2"/>
          <p:cNvGrpSpPr/>
          <p:nvPr/>
        </p:nvGrpSpPr>
        <p:grpSpPr>
          <a:xfrm>
            <a:off x="2300205" y="7543640"/>
            <a:ext cx="2514689" cy="845385"/>
            <a:chOff x="0" y="-76200"/>
            <a:chExt cx="1070630" cy="359923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193" name="Google Shape;193;p2"/>
          <p:cNvSpPr/>
          <p:nvPr/>
        </p:nvSpPr>
        <p:spPr>
          <a:xfrm>
            <a:off x="1405654" y="4776037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1405654" y="575761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1405654" y="675739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1405654" y="77582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13473107" y="514350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14072123" y="5910115"/>
            <a:ext cx="3428436" cy="1552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41"/>
              <a:buFont typeface="Open Sans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¡RECORDATORIO!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41"/>
              <a:buFont typeface="Open Sans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clase debe durar los 100 minutos que equivale a 1 hora con 40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"/>
          <p:cNvSpPr txBox="1"/>
          <p:nvPr/>
        </p:nvSpPr>
        <p:spPr>
          <a:xfrm>
            <a:off x="1828603" y="783425"/>
            <a:ext cx="13310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3435763" y="4156571"/>
            <a:ext cx="1139742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199"/>
              <a:buFont typeface="Open Sans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14046075" y="6030500"/>
            <a:ext cx="34287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41"/>
              <a:buFont typeface="Open Sans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41"/>
              <a:buFont typeface="Open Sans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241"/>
              <a:buFont typeface="Open Sans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1"/>
              <a:buFont typeface="Garamond"/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2090111" y="224262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/>
          <p:nvPr/>
        </p:nvSpPr>
        <p:spPr>
          <a:xfrm>
            <a:off x="4337966" y="317778"/>
            <a:ext cx="961206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4337966" y="3698875"/>
            <a:ext cx="8869033" cy="28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Open Sans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13371222" y="494244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3874788" y="5844712"/>
            <a:ext cx="3808329" cy="3723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Open Sans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Open Sans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Open Sans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8"/>
              <a:buFont typeface="Garamond"/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2245583" y="281122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 txBox="1"/>
          <p:nvPr/>
        </p:nvSpPr>
        <p:spPr>
          <a:xfrm>
            <a:off x="2116023" y="428019"/>
            <a:ext cx="14055954" cy="168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2116024" y="4431710"/>
            <a:ext cx="11090678" cy="513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>
                <a:solidFill>
                  <a:srgbClr val="131416"/>
                </a:solidFill>
                <a:latin typeface="Garamond"/>
                <a:ea typeface="Garamond"/>
                <a:cs typeface="Garamond"/>
                <a:sym typeface="Garamond"/>
              </a:rPr>
              <a:t>Formularies de Google:</a:t>
            </a:r>
            <a:endParaRPr/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 u="sng">
                <a:solidFill>
                  <a:srgbClr val="131416"/>
                </a:solidFill>
                <a:latin typeface="Garamond"/>
                <a:ea typeface="Garamond"/>
                <a:cs typeface="Garamond"/>
                <a:sym typeface="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https://docs.google.com/forms/d/1tbl6NMhjYl6Pw2d29i_IJL20z-T7c7Q5M3S5ujqEUCA/edit</a:t>
            </a:r>
            <a:endParaRPr sz="3575">
              <a:solidFill>
                <a:srgbClr val="131416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75">
              <a:solidFill>
                <a:srgbClr val="131416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75">
              <a:solidFill>
                <a:srgbClr val="131416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4021064" y="5820568"/>
            <a:ext cx="3238236" cy="38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2116023" y="2828408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 txBox="1"/>
          <p:nvPr/>
        </p:nvSpPr>
        <p:spPr>
          <a:xfrm>
            <a:off x="1843948" y="2289328"/>
            <a:ext cx="12625499" cy="16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698"/>
              <a:buFont typeface="Arial"/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14"/>
              <a:buFont typeface="Open Sans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14"/>
              <a:buFont typeface="Open Sans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Open Sans"/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4"/>
              <a:buFont typeface="Garamond"/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/>
          <p:nvPr/>
        </p:nvSpPr>
        <p:spPr>
          <a:xfrm>
            <a:off x="2325899" y="355825"/>
            <a:ext cx="136362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2116023" y="3287893"/>
            <a:ext cx="14365903" cy="16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Formulario de Google:</a:t>
            </a:r>
            <a:endParaRPr sz="3575">
              <a:solidFill>
                <a:srgbClr val="131416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https://docs.google.com/forms/d/1pIZhrL9VZCL1_DoA7vsntt8XQiG5nnaGGfVDr-MuCOY/edit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3395371" y="571100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14089487" y="6819434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2116023" y="2475830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08694b34a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1" name="Google Shape;251;g3b08694b34a_0_0"/>
          <p:cNvSpPr txBox="1"/>
          <p:nvPr/>
        </p:nvSpPr>
        <p:spPr>
          <a:xfrm>
            <a:off x="11667950" y="218925"/>
            <a:ext cx="62040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b08694b34a_0_0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3" name="Google Shape;253;g3b08694b34a_0_0"/>
          <p:cNvSpPr txBox="1"/>
          <p:nvPr/>
        </p:nvSpPr>
        <p:spPr>
          <a:xfrm>
            <a:off x="14236857" y="6780527"/>
            <a:ext cx="3238200" cy="24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la referencias que apliquen de aquel materia, bibliográfico o paginas de internet del cual te has basado para generar tu presentación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b08694b34a_0_0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b08694b34a_0_0"/>
          <p:cNvSpPr txBox="1"/>
          <p:nvPr/>
        </p:nvSpPr>
        <p:spPr>
          <a:xfrm>
            <a:off x="1483425" y="4667250"/>
            <a:ext cx="119637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810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Ahmed, K. (2025, May 30). Data Structures and Algorithms Roadmap. Retrieved December 15, 2025, from roadmap.sh website: https://roadmap.sh/datastructures-and-algorithms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900"/>
              <a:buFont typeface="Times New Roman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‌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08694b34a_0_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1" name="Google Shape;261;g3b08694b34a_0_8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g3b08694b34a_0_8"/>
          <p:cNvSpPr txBox="1"/>
          <p:nvPr/>
        </p:nvSpPr>
        <p:spPr>
          <a:xfrm>
            <a:off x="14236857" y="6780527"/>
            <a:ext cx="32382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Crearas el ejemplo práctico que tu impartirá en la clase como refuerzo de la teoria dada.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b08694b34a_0_8" title="Gemini_Generated_Image_u2i06ou2i06ou2i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08694b34a_0_15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9" name="Google Shape;269;g3b08694b34a_0_15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b08694b34a_0_1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1" name="Google Shape;271;g3b08694b34a_0_15"/>
          <p:cNvSpPr txBox="1"/>
          <p:nvPr/>
        </p:nvSpPr>
        <p:spPr>
          <a:xfrm>
            <a:off x="14236857" y="6780527"/>
            <a:ext cx="32382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Crearas la actividad donde los alumnos practicarán por sí solos los conocimientos abordados en esta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b08694b34a_0_2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7" name="Google Shape;277;g3b08694b34a_0_2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{EDB56973-9F5A-42C5-A8F1-55634E2103A6}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g3b08694b34a_0_2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b08694b34a_0_2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0" name="Google Shape;280;g3b08694b34a_0_2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{EDB56973-9F5A-42C5-A8F1-55634E2103A6}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g3b08694b34a_0_2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b08694b34a_0_2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08694b34a_0_32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g3b08694b34a_0_3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Garamond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5414714" y="5958103"/>
            <a:ext cx="670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gánico">
  <a:themeElements>
    <a:clrScheme name="Orgánico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