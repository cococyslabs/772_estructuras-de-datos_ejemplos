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10287000" cx="18288000"/>
  <p:notesSz cx="6858000" cy="9144000"/>
  <p:embeddedFontLst>
    <p:embeddedFont>
      <p:font typeface="Lobster"/>
      <p:regular r:id="rId30"/>
    </p:embeddedFont>
    <p:embeddedFont>
      <p:font typeface="Pacifico"/>
      <p:regular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jVr1OEacUB+KjFFqhyYfxc1ZVr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358ABE-2F7E-4CD1-92F1-40212E5D9B0B}">
  <a:tblStyle styleId="{84358ABE-2F7E-4CD1-92F1-40212E5D9B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EEE3577-CA2C-4BB2-81A0-B95723FD75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acifico-regular.fntdata"/><Relationship Id="rId30" Type="http://schemas.openxmlformats.org/officeDocument/2006/relationships/font" Target="fonts/Lobster-regular.fntdata"/><Relationship Id="rId11" Type="http://schemas.openxmlformats.org/officeDocument/2006/relationships/slide" Target="slides/slide4.xml"/><Relationship Id="rId33" Type="http://schemas.openxmlformats.org/officeDocument/2006/relationships/font" Target="fonts/OpenSans-bold.fntdata"/><Relationship Id="rId10" Type="http://schemas.openxmlformats.org/officeDocument/2006/relationships/slide" Target="slides/slide3.xml"/><Relationship Id="rId32" Type="http://schemas.openxmlformats.org/officeDocument/2006/relationships/font" Target="fonts/OpenSans-regular.fntdata"/><Relationship Id="rId13" Type="http://schemas.openxmlformats.org/officeDocument/2006/relationships/slide" Target="slides/slide6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5.xml"/><Relationship Id="rId34" Type="http://schemas.openxmlformats.org/officeDocument/2006/relationships/font" Target="fonts/OpenSans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customschemas.google.com/relationships/presentationmetadata" Target="meta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f3c4005a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9f3c4005a4_0_184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f3c4005a4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9f3c4005a4_0_10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f3c4005a4_0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g39f3c4005a4_0_1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f3c4005a4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g39f3c4005a4_0_1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9f3c4005a4_0_17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9f3c4005a4_0_1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9f3c4005a4_0_13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9f3c4005a4_0_1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f3c4005a4_0_14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9f3c4005a4_0_1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9f3c4005a4_0_1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g39f3c4005a4_0_15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f3c4005a4_0_797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g39f3c4005a4_0_797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g39f3c4005a4_0_79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9f3c4005a4_0_801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g39f3c4005a4_0_80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f3c4005a4_0_80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g39f3c4005a4_0_80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g39f3c4005a4_0_80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9f3c4005a4_0_80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g39f3c4005a4_0_808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g39f3c4005a4_0_808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g39f3c4005a4_0_80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9f3c4005a4_0_81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g39f3c4005a4_0_8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9f3c4005a4_0_816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g39f3c4005a4_0_816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g39f3c4005a4_0_8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9f3c4005a4_0_820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g39f3c4005a4_0_8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9f3c4005a4_0_823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9f3c4005a4_0_823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g39f3c4005a4_0_823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g39f3c4005a4_0_823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g39f3c4005a4_0_8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9f3c4005a4_0_829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g39f3c4005a4_0_82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9f3c4005a4_0_832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g39f3c4005a4_0_832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g39f3c4005a4_0_83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9f3c4005a4_0_83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f3c4005a4_0_177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9f3c4005a4_0_177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9f3c4005a4_0_177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f3c4005a4_0_1776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9f3c4005a4_0_177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g39f3c4005a4_0_177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9f3c4005a4_0_177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9f3c4005a4_0_177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f3c4005a4_0_17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9f3c4005a4_0_178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g39f3c4005a4_0_178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9f3c4005a4_0_178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9f3c4005a4_0_178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f3c4005a4_0_1788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9f3c4005a4_0_1788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g39f3c4005a4_0_178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9f3c4005a4_0_178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9f3c4005a4_0_17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f3c4005a4_0_17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39f3c4005a4_0_1794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g39f3c4005a4_0_1794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g39f3c4005a4_0_179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39f3c4005a4_0_179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9f3c4005a4_0_179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f3c4005a4_0_180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9f3c4005a4_0_1801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g39f3c4005a4_0_1801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g39f3c4005a4_0_1801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g39f3c4005a4_0_1801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g39f3c4005a4_0_180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9f3c4005a4_0_180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9f3c4005a4_0_180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f3c4005a4_0_18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9f3c4005a4_0_18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9f3c4005a4_0_18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9f3c4005a4_0_18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f3c4005a4_0_1815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9f3c4005a4_0_1815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g39f3c4005a4_0_1815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g39f3c4005a4_0_18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9f3c4005a4_0_18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9f3c4005a4_0_18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f3c4005a4_0_18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9f3c4005a4_0_18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g39f3c4005a4_0_18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g39f3c4005a4_0_18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9f3c4005a4_0_18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9f3c4005a4_0_18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f3c4005a4_0_18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9f3c4005a4_0_1829"/>
          <p:cNvSpPr txBox="1"/>
          <p:nvPr>
            <p:ph idx="1" type="body"/>
          </p:nvPr>
        </p:nvSpPr>
        <p:spPr>
          <a:xfrm rot="5400000">
            <a:off x="2308951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g39f3c4005a4_0_18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9f3c4005a4_0_18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9f3c4005a4_0_18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f3c4005a4_0_1835"/>
          <p:cNvSpPr txBox="1"/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9f3c4005a4_0_1835"/>
          <p:cNvSpPr txBox="1"/>
          <p:nvPr>
            <p:ph idx="1" type="body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g39f3c4005a4_0_183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9f3c4005a4_0_183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9f3c4005a4_0_18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f3c4005a4_0_184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27" name="Google Shape;127;g39f3c4005a4_0_184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28" name="Google Shape;128;g39f3c4005a4_0_184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f3c4005a4_0_79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9f3c4005a4_0_79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9f3c4005a4_0_79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f3c4005a4_0_17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g39f3c4005a4_0_176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g39f3c4005a4_0_176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g39f3c4005a4_0_176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39f3c4005a4_0_176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Relationship Id="rId5" Type="http://schemas.openxmlformats.org/officeDocument/2006/relationships/hyperlink" Target="https://drive.google.com/file/d/1jZiqPCloGasaVDZ7FD6ynYNvknCSRKrS/view?usp=sharing" TargetMode="External"/><Relationship Id="rId6" Type="http://schemas.openxmlformats.org/officeDocument/2006/relationships/hyperlink" Target="https://drive.google.com/file/d/1jZiqPCloGasaVDZ7FD6ynYNvknCSRKrS/view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geeksforgeeks.org/abstract-data-types/" TargetMode="External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f3c4005a4_0_184"/>
          <p:cNvSpPr/>
          <p:nvPr/>
        </p:nvSpPr>
        <p:spPr>
          <a:xfrm>
            <a:off x="-109200" y="0"/>
            <a:ext cx="18258206" cy="10287000"/>
          </a:xfrm>
          <a:custGeom>
            <a:rect b="b" l="l" r="r" t="t"/>
            <a:pathLst>
              <a:path extrusionOk="0" h="10287000" w="18258206">
                <a:moveTo>
                  <a:pt x="0" y="0"/>
                </a:moveTo>
                <a:lnTo>
                  <a:pt x="18258206" y="0"/>
                </a:lnTo>
                <a:lnTo>
                  <a:pt x="18258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34" name="Google Shape;134;g39f3c4005a4_0_184"/>
          <p:cNvGraphicFramePr/>
          <p:nvPr/>
        </p:nvGraphicFramePr>
        <p:xfrm>
          <a:off x="11506200" y="22336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{84358ABE-2F7E-4CD1-92F1-40212E5D9B0B}</a:tableStyleId>
              </a:tblPr>
              <a:tblGrid>
                <a:gridCol w="2989950"/>
                <a:gridCol w="3296600"/>
              </a:tblGrid>
              <a:tr h="128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Fecha:</a:t>
                      </a:r>
                      <a:endParaRPr sz="13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/>
                        <a:t>DIA</a:t>
                      </a: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28/</a:t>
                      </a:r>
                      <a:r>
                        <a:rPr lang="en-US" sz="2300"/>
                        <a:t>01</a:t>
                      </a: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300"/>
                        <a:t>2026</a:t>
                      </a:r>
                      <a:endParaRPr sz="13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3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/>
                        <a:t>17</a:t>
                      </a: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300"/>
                        <a:t>220</a:t>
                      </a:r>
                      <a:endParaRPr sz="13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" name="Google Shape;135;g39f3c4005a4_0_184"/>
          <p:cNvSpPr txBox="1"/>
          <p:nvPr/>
        </p:nvSpPr>
        <p:spPr>
          <a:xfrm>
            <a:off x="3953100" y="5029200"/>
            <a:ext cx="10984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1" i="0" lang="en-US" sz="5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ESTRUCTURAS DE DATOS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9f3c4005a4_0_184"/>
          <p:cNvSpPr txBox="1"/>
          <p:nvPr/>
        </p:nvSpPr>
        <p:spPr>
          <a:xfrm>
            <a:off x="4555801" y="6196375"/>
            <a:ext cx="9779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Aux. </a:t>
            </a:r>
            <a:r>
              <a:rPr b="1" lang="en-US" sz="4300"/>
              <a:t>Sergio Sebastian Sandoval Ruiz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/>
          <p:nvPr/>
        </p:nvSpPr>
        <p:spPr>
          <a:xfrm>
            <a:off x="1105119" y="6879231"/>
            <a:ext cx="6344145" cy="8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1" i="0" lang="en-US" sz="4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2037975" y="2370825"/>
            <a:ext cx="14654100" cy="3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71"/>
              <a:buFont typeface="Arial"/>
              <a:buNone/>
            </a:pPr>
            <a:r>
              <a:rPr b="1" i="0" lang="en-US" sz="777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TDA </a:t>
            </a:r>
            <a:endParaRPr b="1" i="0" sz="7771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679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71"/>
              <a:buFont typeface="Arial"/>
              <a:buNone/>
            </a:pPr>
            <a:r>
              <a:rPr b="1" i="0" lang="en-US" sz="777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(Tipos de Datos Abstractos)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1065086" y="8664035"/>
            <a:ext cx="7117280" cy="460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8"/>
              <a:buFont typeface="Arial"/>
              <a:buNone/>
            </a:pPr>
            <a:r>
              <a:rPr b="1" i="0" lang="en-US" sz="24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1028700" y="9129455"/>
            <a:ext cx="3593830" cy="460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8"/>
              <a:buFont typeface="Arial"/>
              <a:buNone/>
            </a:pPr>
            <a:r>
              <a:rPr b="1" i="0" lang="en-US" sz="24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"/>
          <p:cNvSpPr txBox="1"/>
          <p:nvPr/>
        </p:nvSpPr>
        <p:spPr>
          <a:xfrm>
            <a:off x="1083916" y="9640386"/>
            <a:ext cx="6532569" cy="32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13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8"/>
              <a:buFont typeface="Arial"/>
              <a:buNone/>
            </a:pPr>
            <a:r>
              <a:rPr b="1" i="0" lang="en-US" sz="24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"/>
          <p:cNvSpPr/>
          <p:nvPr/>
        </p:nvSpPr>
        <p:spPr>
          <a:xfrm>
            <a:off x="176622" y="4699464"/>
            <a:ext cx="4612773" cy="666369"/>
          </a:xfrm>
          <a:custGeom>
            <a:rect b="b" l="l" r="r" t="t"/>
            <a:pathLst>
              <a:path extrusionOk="0" h="666369" w="4612767">
                <a:moveTo>
                  <a:pt x="0" y="0"/>
                </a:moveTo>
                <a:lnTo>
                  <a:pt x="0" y="666369"/>
                </a:lnTo>
                <a:lnTo>
                  <a:pt x="4136263" y="666369"/>
                </a:lnTo>
                <a:lnTo>
                  <a:pt x="4612767" y="333756"/>
                </a:lnTo>
                <a:lnTo>
                  <a:pt x="4612767" y="332740"/>
                </a:lnTo>
                <a:lnTo>
                  <a:pt x="41362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2" name="Google Shape;152;p2"/>
          <p:cNvSpPr/>
          <p:nvPr/>
        </p:nvSpPr>
        <p:spPr>
          <a:xfrm>
            <a:off x="878653" y="4740440"/>
            <a:ext cx="453361" cy="550069"/>
          </a:xfrm>
          <a:custGeom>
            <a:rect b="b" l="l" r="r" t="t"/>
            <a:pathLst>
              <a:path extrusionOk="0" h="550069" w="453361">
                <a:moveTo>
                  <a:pt x="0" y="0"/>
                </a:moveTo>
                <a:lnTo>
                  <a:pt x="453361" y="0"/>
                </a:lnTo>
                <a:lnTo>
                  <a:pt x="453361" y="550069"/>
                </a:lnTo>
                <a:lnTo>
                  <a:pt x="0" y="550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2" l="0" r="0" t="0"/>
            </a:stretch>
          </a:blipFill>
          <a:ln>
            <a:noFill/>
          </a:ln>
        </p:spPr>
      </p:sp>
      <p:sp>
        <p:nvSpPr>
          <p:cNvPr id="153" name="Google Shape;153;p2"/>
          <p:cNvSpPr/>
          <p:nvPr/>
        </p:nvSpPr>
        <p:spPr>
          <a:xfrm>
            <a:off x="1866986" y="3303308"/>
            <a:ext cx="4113273" cy="1267196"/>
          </a:xfrm>
          <a:custGeom>
            <a:rect b="b" l="l" r="r" t="t"/>
            <a:pathLst>
              <a:path extrusionOk="0" h="1267206" w="4113276">
                <a:moveTo>
                  <a:pt x="0" y="0"/>
                </a:moveTo>
                <a:lnTo>
                  <a:pt x="0" y="1267206"/>
                </a:lnTo>
                <a:lnTo>
                  <a:pt x="3343656" y="1267206"/>
                </a:lnTo>
                <a:lnTo>
                  <a:pt x="4113276" y="635127"/>
                </a:lnTo>
                <a:lnTo>
                  <a:pt x="4113276" y="632079"/>
                </a:lnTo>
                <a:lnTo>
                  <a:pt x="3343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4" name="Google Shape;154;p2"/>
          <p:cNvSpPr/>
          <p:nvPr/>
        </p:nvSpPr>
        <p:spPr>
          <a:xfrm>
            <a:off x="9939883" y="4978383"/>
            <a:ext cx="753894" cy="871690"/>
          </a:xfrm>
          <a:custGeom>
            <a:rect b="b" l="l" r="r" t="t"/>
            <a:pathLst>
              <a:path extrusionOk="0" h="871690" w="753894">
                <a:moveTo>
                  <a:pt x="0" y="0"/>
                </a:moveTo>
                <a:lnTo>
                  <a:pt x="753894" y="0"/>
                </a:lnTo>
                <a:lnTo>
                  <a:pt x="753894" y="871690"/>
                </a:lnTo>
                <a:lnTo>
                  <a:pt x="0" y="871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99" l="0" r="0" t="-34"/>
            </a:stretch>
          </a:blipFill>
          <a:ln>
            <a:noFill/>
          </a:ln>
        </p:spPr>
      </p:sp>
      <p:sp>
        <p:nvSpPr>
          <p:cNvPr id="155" name="Google Shape;155;p2"/>
          <p:cNvSpPr/>
          <p:nvPr/>
        </p:nvSpPr>
        <p:spPr>
          <a:xfrm>
            <a:off x="176622" y="5623284"/>
            <a:ext cx="4612773" cy="666369"/>
          </a:xfrm>
          <a:custGeom>
            <a:rect b="b" l="l" r="r" t="t"/>
            <a:pathLst>
              <a:path extrusionOk="0" h="666369" w="4612767">
                <a:moveTo>
                  <a:pt x="0" y="0"/>
                </a:moveTo>
                <a:lnTo>
                  <a:pt x="0" y="666369"/>
                </a:lnTo>
                <a:lnTo>
                  <a:pt x="4136263" y="666369"/>
                </a:lnTo>
                <a:lnTo>
                  <a:pt x="4612767" y="333756"/>
                </a:lnTo>
                <a:lnTo>
                  <a:pt x="4612767" y="332740"/>
                </a:lnTo>
                <a:lnTo>
                  <a:pt x="41362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6" name="Google Shape;156;p2"/>
          <p:cNvSpPr/>
          <p:nvPr/>
        </p:nvSpPr>
        <p:spPr>
          <a:xfrm>
            <a:off x="176622" y="6604854"/>
            <a:ext cx="4612773" cy="666369"/>
          </a:xfrm>
          <a:custGeom>
            <a:rect b="b" l="l" r="r" t="t"/>
            <a:pathLst>
              <a:path extrusionOk="0" h="666369" w="4612767">
                <a:moveTo>
                  <a:pt x="0" y="0"/>
                </a:moveTo>
                <a:lnTo>
                  <a:pt x="0" y="666369"/>
                </a:lnTo>
                <a:lnTo>
                  <a:pt x="4136263" y="666369"/>
                </a:lnTo>
                <a:lnTo>
                  <a:pt x="4612767" y="333756"/>
                </a:lnTo>
                <a:lnTo>
                  <a:pt x="4612767" y="332740"/>
                </a:lnTo>
                <a:lnTo>
                  <a:pt x="41362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7" name="Google Shape;157;p2"/>
          <p:cNvSpPr/>
          <p:nvPr/>
        </p:nvSpPr>
        <p:spPr>
          <a:xfrm>
            <a:off x="176622" y="7528436"/>
            <a:ext cx="4612773" cy="666369"/>
          </a:xfrm>
          <a:custGeom>
            <a:rect b="b" l="l" r="r" t="t"/>
            <a:pathLst>
              <a:path extrusionOk="0" h="666369" w="4612767">
                <a:moveTo>
                  <a:pt x="0" y="0"/>
                </a:moveTo>
                <a:lnTo>
                  <a:pt x="0" y="666369"/>
                </a:lnTo>
                <a:lnTo>
                  <a:pt x="4136263" y="666369"/>
                </a:lnTo>
                <a:lnTo>
                  <a:pt x="4612767" y="333756"/>
                </a:lnTo>
                <a:lnTo>
                  <a:pt x="4612767" y="332740"/>
                </a:lnTo>
                <a:lnTo>
                  <a:pt x="41362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8" name="Google Shape;158;p2"/>
          <p:cNvSpPr/>
          <p:nvPr/>
        </p:nvSpPr>
        <p:spPr>
          <a:xfrm>
            <a:off x="11739810" y="3232614"/>
            <a:ext cx="5353684" cy="1267196"/>
          </a:xfrm>
          <a:custGeom>
            <a:rect b="b" l="l" r="r" t="t"/>
            <a:pathLst>
              <a:path extrusionOk="0" h="1267206" w="5353685">
                <a:moveTo>
                  <a:pt x="0" y="0"/>
                </a:moveTo>
                <a:lnTo>
                  <a:pt x="0" y="1267206"/>
                </a:lnTo>
                <a:lnTo>
                  <a:pt x="4582160" y="1267206"/>
                </a:lnTo>
                <a:lnTo>
                  <a:pt x="5353685" y="633603"/>
                </a:lnTo>
                <a:lnTo>
                  <a:pt x="45821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9" name="Google Shape;159;p2"/>
          <p:cNvSpPr/>
          <p:nvPr/>
        </p:nvSpPr>
        <p:spPr>
          <a:xfrm>
            <a:off x="11739810" y="5032667"/>
            <a:ext cx="5353684" cy="1267196"/>
          </a:xfrm>
          <a:custGeom>
            <a:rect b="b" l="l" r="r" t="t"/>
            <a:pathLst>
              <a:path extrusionOk="0" h="1267206" w="5353685">
                <a:moveTo>
                  <a:pt x="0" y="0"/>
                </a:moveTo>
                <a:lnTo>
                  <a:pt x="0" y="1267206"/>
                </a:lnTo>
                <a:lnTo>
                  <a:pt x="4582160" y="1267206"/>
                </a:lnTo>
                <a:lnTo>
                  <a:pt x="5353685" y="633603"/>
                </a:lnTo>
                <a:lnTo>
                  <a:pt x="45821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0" name="Google Shape;160;p2"/>
          <p:cNvSpPr/>
          <p:nvPr/>
        </p:nvSpPr>
        <p:spPr>
          <a:xfrm>
            <a:off x="878653" y="5623284"/>
            <a:ext cx="453361" cy="550069"/>
          </a:xfrm>
          <a:custGeom>
            <a:rect b="b" l="l" r="r" t="t"/>
            <a:pathLst>
              <a:path extrusionOk="0" h="550069" w="453361">
                <a:moveTo>
                  <a:pt x="0" y="0"/>
                </a:moveTo>
                <a:lnTo>
                  <a:pt x="453361" y="0"/>
                </a:lnTo>
                <a:lnTo>
                  <a:pt x="453361" y="550069"/>
                </a:lnTo>
                <a:lnTo>
                  <a:pt x="0" y="550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2" l="0" r="0" t="0"/>
            </a:stretch>
          </a:blipFill>
          <a:ln>
            <a:noFill/>
          </a:ln>
        </p:spPr>
      </p:sp>
      <p:sp>
        <p:nvSpPr>
          <p:cNvPr id="161" name="Google Shape;161;p2"/>
          <p:cNvSpPr/>
          <p:nvPr/>
        </p:nvSpPr>
        <p:spPr>
          <a:xfrm>
            <a:off x="878653" y="6604854"/>
            <a:ext cx="453361" cy="550069"/>
          </a:xfrm>
          <a:custGeom>
            <a:rect b="b" l="l" r="r" t="t"/>
            <a:pathLst>
              <a:path extrusionOk="0" h="550069" w="453361">
                <a:moveTo>
                  <a:pt x="0" y="0"/>
                </a:moveTo>
                <a:lnTo>
                  <a:pt x="453361" y="0"/>
                </a:lnTo>
                <a:lnTo>
                  <a:pt x="453361" y="550069"/>
                </a:lnTo>
                <a:lnTo>
                  <a:pt x="0" y="550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2" l="0" r="0" t="0"/>
            </a:stretch>
          </a:blipFill>
          <a:ln>
            <a:noFill/>
          </a:ln>
        </p:spPr>
      </p:sp>
      <p:sp>
        <p:nvSpPr>
          <p:cNvPr id="162" name="Google Shape;162;p2">
            <a:hlinkClick r:id="rId5"/>
          </p:cNvPr>
          <p:cNvSpPr/>
          <p:nvPr/>
        </p:nvSpPr>
        <p:spPr>
          <a:xfrm>
            <a:off x="878653" y="7604636"/>
            <a:ext cx="453361" cy="550069"/>
          </a:xfrm>
          <a:custGeom>
            <a:rect b="b" l="l" r="r" t="t"/>
            <a:pathLst>
              <a:path extrusionOk="0" h="550069" w="453361">
                <a:moveTo>
                  <a:pt x="0" y="0"/>
                </a:moveTo>
                <a:lnTo>
                  <a:pt x="453361" y="0"/>
                </a:lnTo>
                <a:lnTo>
                  <a:pt x="453361" y="550069"/>
                </a:lnTo>
                <a:lnTo>
                  <a:pt x="0" y="550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2" l="0" r="0" t="0"/>
            </a:stretch>
          </a:blipFill>
          <a:ln>
            <a:noFill/>
          </a:ln>
        </p:spPr>
      </p:sp>
      <p:sp>
        <p:nvSpPr>
          <p:cNvPr id="163" name="Google Shape;163;p2"/>
          <p:cNvSpPr txBox="1"/>
          <p:nvPr/>
        </p:nvSpPr>
        <p:spPr>
          <a:xfrm>
            <a:off x="1558480" y="4692468"/>
            <a:ext cx="6346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8"/>
              <a:buFont typeface="Arial"/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Tipos de datos primitivos y compuestos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 txBox="1"/>
          <p:nvPr/>
        </p:nvSpPr>
        <p:spPr>
          <a:xfrm>
            <a:off x="1626018" y="5649805"/>
            <a:ext cx="4150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63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8"/>
              <a:buFont typeface="Arial"/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Tipos de datos abstractos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"/>
          <p:cNvSpPr txBox="1"/>
          <p:nvPr/>
        </p:nvSpPr>
        <p:spPr>
          <a:xfrm>
            <a:off x="1558480" y="6564030"/>
            <a:ext cx="6870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63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8"/>
              <a:buFont typeface="Arial"/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Operaciones con tipos de datos abstractos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1558480" y="7637737"/>
            <a:ext cx="8381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63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8"/>
              <a:buFont typeface="Arial"/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Definicion y clasificacion de las estructuras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10301987" y="3106061"/>
            <a:ext cx="3950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8"/>
              <a:buFont typeface="Arial"/>
              <a:buNone/>
            </a:pPr>
            <a:r>
              <a:t/>
            </a:r>
            <a:endParaRPr b="0" i="0" sz="44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651748" y="1888147"/>
            <a:ext cx="6099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50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8"/>
              <a:buFont typeface="Arial"/>
              <a:buNone/>
            </a:pPr>
            <a:r>
              <a:t/>
            </a:r>
            <a:endParaRPr b="0" i="0" sz="27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10105987" y="1836182"/>
            <a:ext cx="6709524" cy="1309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11103780" y="6428968"/>
            <a:ext cx="6346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8"/>
              <a:buFont typeface="Arial"/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152400" y="152400"/>
            <a:ext cx="30000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250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8"/>
              <a:buFont typeface="Arial"/>
              <a:buNone/>
            </a:pPr>
            <a:r>
              <a:t/>
            </a:r>
            <a:endParaRPr b="0" i="0" sz="279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"/>
          <p:cNvSpPr txBox="1"/>
          <p:nvPr/>
        </p:nvSpPr>
        <p:spPr>
          <a:xfrm>
            <a:off x="11103780" y="5198831"/>
            <a:ext cx="6346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8"/>
              <a:buFont typeface="Arial"/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RECORDATORIOS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11103780" y="7336843"/>
            <a:ext cx="6346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8"/>
              <a:buFont typeface="Arial"/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Formulario Asignación DTT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1558480" y="8728412"/>
            <a:ext cx="8381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63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8"/>
              <a:buFont typeface="Arial"/>
              <a:buNone/>
            </a:pPr>
            <a:r>
              <a:rPr lang="en-US" sz="2798"/>
              <a:t>Nodos y Punteros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">
            <a:hlinkClick r:id="rId6"/>
          </p:cNvPr>
          <p:cNvSpPr/>
          <p:nvPr/>
        </p:nvSpPr>
        <p:spPr>
          <a:xfrm>
            <a:off x="878653" y="8568311"/>
            <a:ext cx="453361" cy="550069"/>
          </a:xfrm>
          <a:custGeom>
            <a:rect b="b" l="l" r="r" t="t"/>
            <a:pathLst>
              <a:path extrusionOk="0" h="550069" w="453361">
                <a:moveTo>
                  <a:pt x="0" y="0"/>
                </a:moveTo>
                <a:lnTo>
                  <a:pt x="453361" y="0"/>
                </a:lnTo>
                <a:lnTo>
                  <a:pt x="453361" y="550069"/>
                </a:lnTo>
                <a:lnTo>
                  <a:pt x="0" y="550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"/>
          <p:cNvSpPr/>
          <p:nvPr/>
        </p:nvSpPr>
        <p:spPr>
          <a:xfrm>
            <a:off x="5897023" y="2366134"/>
            <a:ext cx="9477375" cy="7115175"/>
          </a:xfrm>
          <a:custGeom>
            <a:rect b="b" l="l" r="r" t="t"/>
            <a:pathLst>
              <a:path extrusionOk="0" h="7115175" w="9477375">
                <a:moveTo>
                  <a:pt x="0" y="0"/>
                </a:moveTo>
                <a:lnTo>
                  <a:pt x="9477375" y="0"/>
                </a:lnTo>
                <a:lnTo>
                  <a:pt x="9477375" y="7115175"/>
                </a:lnTo>
                <a:lnTo>
                  <a:pt x="0" y="7115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3"/>
          <p:cNvSpPr/>
          <p:nvPr/>
        </p:nvSpPr>
        <p:spPr>
          <a:xfrm>
            <a:off x="965197" y="3963391"/>
            <a:ext cx="4320426" cy="4241797"/>
          </a:xfrm>
          <a:custGeom>
            <a:rect b="b" l="l" r="r" t="t"/>
            <a:pathLst>
              <a:path extrusionOk="0" h="4241797" w="4320426">
                <a:moveTo>
                  <a:pt x="0" y="0"/>
                </a:moveTo>
                <a:lnTo>
                  <a:pt x="4320426" y="0"/>
                </a:lnTo>
                <a:lnTo>
                  <a:pt x="4320426" y="4241796"/>
                </a:lnTo>
                <a:lnTo>
                  <a:pt x="0" y="42417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3"/>
          <p:cNvSpPr txBox="1"/>
          <p:nvPr/>
        </p:nvSpPr>
        <p:spPr>
          <a:xfrm>
            <a:off x="7676807" y="672475"/>
            <a:ext cx="5008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Disciplina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/>
          <p:nvPr/>
        </p:nvSpPr>
        <p:spPr>
          <a:xfrm>
            <a:off x="13308882" y="5974480"/>
            <a:ext cx="4114800" cy="3905250"/>
          </a:xfrm>
          <a:custGeom>
            <a:rect b="b" l="l" r="r" t="t"/>
            <a:pathLst>
              <a:path extrusionOk="0" h="3905250" w="4114800">
                <a:moveTo>
                  <a:pt x="0" y="0"/>
                </a:moveTo>
                <a:lnTo>
                  <a:pt x="4114800" y="0"/>
                </a:lnTo>
                <a:lnTo>
                  <a:pt x="4114800" y="3905250"/>
                </a:lnTo>
                <a:lnTo>
                  <a:pt x="0" y="3905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8" name="Google Shape;188;p4"/>
          <p:cNvGrpSpPr/>
          <p:nvPr/>
        </p:nvGrpSpPr>
        <p:grpSpPr>
          <a:xfrm>
            <a:off x="11231667" y="-3"/>
            <a:ext cx="7056364" cy="3644643"/>
            <a:chOff x="63500" y="63500"/>
            <a:chExt cx="7056374" cy="3644646"/>
          </a:xfrm>
        </p:grpSpPr>
        <p:sp>
          <p:nvSpPr>
            <p:cNvPr id="189" name="Google Shape;189;p4"/>
            <p:cNvSpPr/>
            <p:nvPr/>
          </p:nvSpPr>
          <p:spPr>
            <a:xfrm>
              <a:off x="66040" y="63500"/>
              <a:ext cx="7053453" cy="3642487"/>
            </a:xfrm>
            <a:custGeom>
              <a:rect b="b" l="l" r="r" t="t"/>
              <a:pathLst>
                <a:path extrusionOk="0" h="3642487" w="7053453">
                  <a:moveTo>
                    <a:pt x="468376" y="0"/>
                  </a:moveTo>
                  <a:cubicBezTo>
                    <a:pt x="317627" y="26162"/>
                    <a:pt x="137033" y="70358"/>
                    <a:pt x="63754" y="174879"/>
                  </a:cubicBezTo>
                  <a:cubicBezTo>
                    <a:pt x="17018" y="241554"/>
                    <a:pt x="381" y="351282"/>
                    <a:pt x="0" y="467614"/>
                  </a:cubicBezTo>
                  <a:lnTo>
                    <a:pt x="0" y="467614"/>
                  </a:lnTo>
                  <a:lnTo>
                    <a:pt x="0" y="476250"/>
                  </a:lnTo>
                  <a:cubicBezTo>
                    <a:pt x="508" y="623697"/>
                    <a:pt x="26289" y="780415"/>
                    <a:pt x="49403" y="873125"/>
                  </a:cubicBezTo>
                  <a:cubicBezTo>
                    <a:pt x="49403" y="873125"/>
                    <a:pt x="49403" y="873125"/>
                    <a:pt x="49403" y="873125"/>
                  </a:cubicBezTo>
                  <a:cubicBezTo>
                    <a:pt x="91186" y="1040892"/>
                    <a:pt x="191135" y="1202563"/>
                    <a:pt x="347091" y="1276985"/>
                  </a:cubicBezTo>
                  <a:cubicBezTo>
                    <a:pt x="450596" y="1326388"/>
                    <a:pt x="571119" y="1334516"/>
                    <a:pt x="671195" y="1390396"/>
                  </a:cubicBezTo>
                  <a:cubicBezTo>
                    <a:pt x="874903" y="1504315"/>
                    <a:pt x="939927" y="1781429"/>
                    <a:pt x="1139825" y="1901952"/>
                  </a:cubicBezTo>
                  <a:cubicBezTo>
                    <a:pt x="1230630" y="1956689"/>
                    <a:pt x="1336040" y="1972183"/>
                    <a:pt x="1446403" y="1972183"/>
                  </a:cubicBezTo>
                  <a:cubicBezTo>
                    <a:pt x="1591310" y="1972183"/>
                    <a:pt x="1744472" y="1945386"/>
                    <a:pt x="1884172" y="1945386"/>
                  </a:cubicBezTo>
                  <a:cubicBezTo>
                    <a:pt x="2022094" y="1945386"/>
                    <a:pt x="2146681" y="1971421"/>
                    <a:pt x="2236851" y="2075180"/>
                  </a:cubicBezTo>
                  <a:cubicBezTo>
                    <a:pt x="2300224" y="2148078"/>
                    <a:pt x="2327529" y="2244725"/>
                    <a:pt x="2349754" y="2338578"/>
                  </a:cubicBezTo>
                  <a:cubicBezTo>
                    <a:pt x="2437638" y="2709291"/>
                    <a:pt x="2519172" y="3153410"/>
                    <a:pt x="2867914" y="3307461"/>
                  </a:cubicBezTo>
                  <a:cubicBezTo>
                    <a:pt x="2947924" y="3342767"/>
                    <a:pt x="3029966" y="3357499"/>
                    <a:pt x="3113151" y="3357499"/>
                  </a:cubicBezTo>
                  <a:cubicBezTo>
                    <a:pt x="3378454" y="3357499"/>
                    <a:pt x="3655314" y="3208274"/>
                    <a:pt x="3914140" y="3104388"/>
                  </a:cubicBezTo>
                  <a:cubicBezTo>
                    <a:pt x="3956431" y="3087370"/>
                    <a:pt x="4000881" y="3071241"/>
                    <a:pt x="4046093" y="3071241"/>
                  </a:cubicBezTo>
                  <a:cubicBezTo>
                    <a:pt x="4050665" y="3071241"/>
                    <a:pt x="4055237" y="3071368"/>
                    <a:pt x="4059682" y="3071749"/>
                  </a:cubicBezTo>
                  <a:cubicBezTo>
                    <a:pt x="4192397" y="3081655"/>
                    <a:pt x="4264914" y="3224276"/>
                    <a:pt x="4338320" y="3335147"/>
                  </a:cubicBezTo>
                  <a:cubicBezTo>
                    <a:pt x="4449191" y="3502279"/>
                    <a:pt x="4636135" y="3634105"/>
                    <a:pt x="4831207" y="3642487"/>
                  </a:cubicBezTo>
                  <a:lnTo>
                    <a:pt x="4870704" y="3642487"/>
                  </a:lnTo>
                  <a:cubicBezTo>
                    <a:pt x="4896612" y="3641344"/>
                    <a:pt x="4922647" y="3637916"/>
                    <a:pt x="4948555" y="3632073"/>
                  </a:cubicBezTo>
                  <a:cubicBezTo>
                    <a:pt x="5211699" y="3572510"/>
                    <a:pt x="5358003" y="3301111"/>
                    <a:pt x="5495036" y="3068828"/>
                  </a:cubicBezTo>
                  <a:cubicBezTo>
                    <a:pt x="5621020" y="2855341"/>
                    <a:pt x="5817235" y="2630297"/>
                    <a:pt x="6054725" y="2630297"/>
                  </a:cubicBezTo>
                  <a:cubicBezTo>
                    <a:pt x="6075680" y="2630297"/>
                    <a:pt x="6096889" y="2632075"/>
                    <a:pt x="6118479" y="2635758"/>
                  </a:cubicBezTo>
                  <a:cubicBezTo>
                    <a:pt x="6264148" y="2660523"/>
                    <a:pt x="6382258" y="2770251"/>
                    <a:pt x="6524879" y="2808351"/>
                  </a:cubicBezTo>
                  <a:cubicBezTo>
                    <a:pt x="6561455" y="2818130"/>
                    <a:pt x="6598285" y="2822702"/>
                    <a:pt x="6635115" y="2822702"/>
                  </a:cubicBezTo>
                  <a:cubicBezTo>
                    <a:pt x="6790562" y="2822702"/>
                    <a:pt x="6943852" y="2740914"/>
                    <a:pt x="7053453" y="2622042"/>
                  </a:cubicBezTo>
                  <a:lnTo>
                    <a:pt x="7053453" y="2622042"/>
                  </a:lnTo>
                  <a:lnTo>
                    <a:pt x="7053453" y="15621"/>
                  </a:lnTo>
                  <a:lnTo>
                    <a:pt x="7053453" y="15621"/>
                  </a:lnTo>
                  <a:cubicBezTo>
                    <a:pt x="7046721" y="10033"/>
                    <a:pt x="7039736" y="4699"/>
                    <a:pt x="7032244" y="0"/>
                  </a:cubicBezTo>
                  <a:close/>
                </a:path>
              </a:pathLst>
            </a:custGeom>
            <a:solidFill>
              <a:srgbClr val="F5BC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63500" y="63500"/>
              <a:ext cx="7056374" cy="3644646"/>
            </a:xfrm>
            <a:custGeom>
              <a:rect b="b" l="l" r="r" t="t"/>
              <a:pathLst>
                <a:path extrusionOk="0" h="3644646" w="7056374">
                  <a:moveTo>
                    <a:pt x="0" y="0"/>
                  </a:moveTo>
                  <a:lnTo>
                    <a:pt x="0" y="3644646"/>
                  </a:lnTo>
                  <a:lnTo>
                    <a:pt x="7056374" y="3644646"/>
                  </a:lnTo>
                  <a:lnTo>
                    <a:pt x="705637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191" name="Google Shape;191;p4"/>
          <p:cNvSpPr txBox="1"/>
          <p:nvPr/>
        </p:nvSpPr>
        <p:spPr>
          <a:xfrm>
            <a:off x="3524641" y="3378117"/>
            <a:ext cx="11463385" cy="3257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3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8"/>
              <a:buFont typeface="Arial"/>
              <a:buNone/>
            </a:pPr>
            <a:r>
              <a:rPr b="0" i="0" lang="en-US" sz="51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Aplicar principios de programación y estructuras de datos utilizando distintos lenguajes.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2636925" y="296275"/>
            <a:ext cx="9491100" cy="22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2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7"/>
              <a:buFont typeface="Arial"/>
              <a:buNone/>
            </a:pPr>
            <a:r>
              <a:rPr b="1" i="0" lang="en-US" sz="6097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4" title="Gemini_Generated_Image_sfb0qdsfb0qdsfb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4325" y="5163676"/>
            <a:ext cx="3065137" cy="420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f3c4005a4_0_1099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9" name="Google Shape;199;g39f3c4005a4_0_1099"/>
          <p:cNvSpPr txBox="1"/>
          <p:nvPr/>
        </p:nvSpPr>
        <p:spPr>
          <a:xfrm>
            <a:off x="4109244" y="3726255"/>
            <a:ext cx="102996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>
                <a:solidFill>
                  <a:schemeClr val="dk1"/>
                </a:solidFill>
              </a:rPr>
              <a:t>Un </a:t>
            </a:r>
            <a:r>
              <a:rPr b="1" lang="en-US" sz="3800">
                <a:solidFill>
                  <a:schemeClr val="dk1"/>
                </a:solidFill>
              </a:rPr>
              <a:t>TDA</a:t>
            </a:r>
            <a:r>
              <a:rPr lang="en-US" sz="3800">
                <a:solidFill>
                  <a:schemeClr val="dk1"/>
                </a:solidFill>
              </a:rPr>
              <a:t> es un modelo o concepto matemático que define un </a:t>
            </a:r>
            <a:r>
              <a:rPr b="1" lang="en-US" sz="3800">
                <a:solidFill>
                  <a:schemeClr val="dk1"/>
                </a:solidFill>
              </a:rPr>
              <a:t>conjunto de datos</a:t>
            </a:r>
            <a:r>
              <a:rPr lang="en-US" sz="3800">
                <a:solidFill>
                  <a:schemeClr val="dk1"/>
                </a:solidFill>
              </a:rPr>
              <a:t> y las </a:t>
            </a:r>
            <a:r>
              <a:rPr b="1" lang="en-US" sz="3800">
                <a:solidFill>
                  <a:schemeClr val="dk1"/>
                </a:solidFill>
              </a:rPr>
              <a:t>operaciones</a:t>
            </a:r>
            <a:r>
              <a:rPr lang="en-US" sz="3800">
                <a:solidFill>
                  <a:schemeClr val="dk1"/>
                </a:solidFill>
              </a:rPr>
              <a:t> que se pueden realizar sobre ellos, </a:t>
            </a:r>
            <a:r>
              <a:rPr b="1" lang="en-US" sz="3800">
                <a:solidFill>
                  <a:schemeClr val="dk1"/>
                </a:solidFill>
              </a:rPr>
              <a:t>sin especificar cómo se implementan</a:t>
            </a:r>
            <a:r>
              <a:rPr lang="en-US" sz="3800">
                <a:solidFill>
                  <a:schemeClr val="dk1"/>
                </a:solidFill>
              </a:rPr>
              <a:t>.</a:t>
            </a:r>
            <a:endParaRPr sz="3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</p:txBody>
      </p:sp>
      <p:grpSp>
        <p:nvGrpSpPr>
          <p:cNvPr id="200" name="Google Shape;200;g39f3c4005a4_0_1099"/>
          <p:cNvGrpSpPr/>
          <p:nvPr/>
        </p:nvGrpSpPr>
        <p:grpSpPr>
          <a:xfrm rot="10800000">
            <a:off x="5" y="6730022"/>
            <a:ext cx="7056374" cy="3644646"/>
            <a:chOff x="63500" y="63500"/>
            <a:chExt cx="7056374" cy="3644646"/>
          </a:xfrm>
        </p:grpSpPr>
        <p:sp>
          <p:nvSpPr>
            <p:cNvPr id="201" name="Google Shape;201;g39f3c4005a4_0_1099"/>
            <p:cNvSpPr/>
            <p:nvPr/>
          </p:nvSpPr>
          <p:spPr>
            <a:xfrm>
              <a:off x="66040" y="63500"/>
              <a:ext cx="7053453" cy="3642487"/>
            </a:xfrm>
            <a:custGeom>
              <a:rect b="b" l="l" r="r" t="t"/>
              <a:pathLst>
                <a:path extrusionOk="0" h="3642487" w="7053453">
                  <a:moveTo>
                    <a:pt x="468376" y="0"/>
                  </a:moveTo>
                  <a:cubicBezTo>
                    <a:pt x="317627" y="26162"/>
                    <a:pt x="137033" y="70358"/>
                    <a:pt x="63754" y="174879"/>
                  </a:cubicBezTo>
                  <a:cubicBezTo>
                    <a:pt x="17018" y="241554"/>
                    <a:pt x="381" y="351282"/>
                    <a:pt x="0" y="467614"/>
                  </a:cubicBezTo>
                  <a:lnTo>
                    <a:pt x="0" y="467614"/>
                  </a:lnTo>
                  <a:lnTo>
                    <a:pt x="0" y="476250"/>
                  </a:lnTo>
                  <a:cubicBezTo>
                    <a:pt x="508" y="623697"/>
                    <a:pt x="26289" y="780415"/>
                    <a:pt x="49403" y="873125"/>
                  </a:cubicBezTo>
                  <a:cubicBezTo>
                    <a:pt x="49403" y="873125"/>
                    <a:pt x="49403" y="873125"/>
                    <a:pt x="49403" y="873125"/>
                  </a:cubicBezTo>
                  <a:cubicBezTo>
                    <a:pt x="91186" y="1040892"/>
                    <a:pt x="191135" y="1202563"/>
                    <a:pt x="347091" y="1276985"/>
                  </a:cubicBezTo>
                  <a:cubicBezTo>
                    <a:pt x="450596" y="1326388"/>
                    <a:pt x="571119" y="1334516"/>
                    <a:pt x="671195" y="1390396"/>
                  </a:cubicBezTo>
                  <a:cubicBezTo>
                    <a:pt x="874903" y="1504315"/>
                    <a:pt x="939927" y="1781429"/>
                    <a:pt x="1139825" y="1901952"/>
                  </a:cubicBezTo>
                  <a:cubicBezTo>
                    <a:pt x="1230630" y="1956689"/>
                    <a:pt x="1336040" y="1972183"/>
                    <a:pt x="1446403" y="1972183"/>
                  </a:cubicBezTo>
                  <a:cubicBezTo>
                    <a:pt x="1591310" y="1972183"/>
                    <a:pt x="1744472" y="1945386"/>
                    <a:pt x="1884172" y="1945386"/>
                  </a:cubicBezTo>
                  <a:cubicBezTo>
                    <a:pt x="2022094" y="1945386"/>
                    <a:pt x="2146681" y="1971421"/>
                    <a:pt x="2236851" y="2075180"/>
                  </a:cubicBezTo>
                  <a:cubicBezTo>
                    <a:pt x="2300224" y="2148078"/>
                    <a:pt x="2327529" y="2244725"/>
                    <a:pt x="2349754" y="2338578"/>
                  </a:cubicBezTo>
                  <a:cubicBezTo>
                    <a:pt x="2437638" y="2709291"/>
                    <a:pt x="2519172" y="3153410"/>
                    <a:pt x="2867914" y="3307461"/>
                  </a:cubicBezTo>
                  <a:cubicBezTo>
                    <a:pt x="2947924" y="3342767"/>
                    <a:pt x="3029966" y="3357499"/>
                    <a:pt x="3113151" y="3357499"/>
                  </a:cubicBezTo>
                  <a:cubicBezTo>
                    <a:pt x="3378454" y="3357499"/>
                    <a:pt x="3655314" y="3208274"/>
                    <a:pt x="3914140" y="3104388"/>
                  </a:cubicBezTo>
                  <a:cubicBezTo>
                    <a:pt x="3956431" y="3087370"/>
                    <a:pt x="4000881" y="3071241"/>
                    <a:pt x="4046093" y="3071241"/>
                  </a:cubicBezTo>
                  <a:cubicBezTo>
                    <a:pt x="4050665" y="3071241"/>
                    <a:pt x="4055237" y="3071368"/>
                    <a:pt x="4059682" y="3071749"/>
                  </a:cubicBezTo>
                  <a:cubicBezTo>
                    <a:pt x="4192397" y="3081655"/>
                    <a:pt x="4264914" y="3224276"/>
                    <a:pt x="4338320" y="3335147"/>
                  </a:cubicBezTo>
                  <a:cubicBezTo>
                    <a:pt x="4449191" y="3502279"/>
                    <a:pt x="4636135" y="3634105"/>
                    <a:pt x="4831207" y="3642487"/>
                  </a:cubicBezTo>
                  <a:lnTo>
                    <a:pt x="4870704" y="3642487"/>
                  </a:lnTo>
                  <a:cubicBezTo>
                    <a:pt x="4896612" y="3641344"/>
                    <a:pt x="4922647" y="3637916"/>
                    <a:pt x="4948555" y="3632073"/>
                  </a:cubicBezTo>
                  <a:cubicBezTo>
                    <a:pt x="5211699" y="3572510"/>
                    <a:pt x="5358003" y="3301111"/>
                    <a:pt x="5495036" y="3068828"/>
                  </a:cubicBezTo>
                  <a:cubicBezTo>
                    <a:pt x="5621020" y="2855341"/>
                    <a:pt x="5817235" y="2630297"/>
                    <a:pt x="6054725" y="2630297"/>
                  </a:cubicBezTo>
                  <a:cubicBezTo>
                    <a:pt x="6075680" y="2630297"/>
                    <a:pt x="6096889" y="2632075"/>
                    <a:pt x="6118479" y="2635758"/>
                  </a:cubicBezTo>
                  <a:cubicBezTo>
                    <a:pt x="6264148" y="2660523"/>
                    <a:pt x="6382258" y="2770251"/>
                    <a:pt x="6524879" y="2808351"/>
                  </a:cubicBezTo>
                  <a:cubicBezTo>
                    <a:pt x="6561455" y="2818130"/>
                    <a:pt x="6598285" y="2822702"/>
                    <a:pt x="6635115" y="2822702"/>
                  </a:cubicBezTo>
                  <a:cubicBezTo>
                    <a:pt x="6790562" y="2822702"/>
                    <a:pt x="6943852" y="2740914"/>
                    <a:pt x="7053453" y="2622042"/>
                  </a:cubicBezTo>
                  <a:lnTo>
                    <a:pt x="7053453" y="2622042"/>
                  </a:lnTo>
                  <a:lnTo>
                    <a:pt x="7053453" y="15621"/>
                  </a:lnTo>
                  <a:lnTo>
                    <a:pt x="7053453" y="15621"/>
                  </a:lnTo>
                  <a:cubicBezTo>
                    <a:pt x="7046721" y="10033"/>
                    <a:pt x="7039736" y="4699"/>
                    <a:pt x="7032244" y="0"/>
                  </a:cubicBezTo>
                  <a:close/>
                </a:path>
              </a:pathLst>
            </a:custGeom>
            <a:solidFill>
              <a:srgbClr val="F5BC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g39f3c4005a4_0_1099"/>
            <p:cNvSpPr/>
            <p:nvPr/>
          </p:nvSpPr>
          <p:spPr>
            <a:xfrm>
              <a:off x="63500" y="63500"/>
              <a:ext cx="7056374" cy="3644646"/>
            </a:xfrm>
            <a:custGeom>
              <a:rect b="b" l="l" r="r" t="t"/>
              <a:pathLst>
                <a:path extrusionOk="0" h="3644646" w="7056374">
                  <a:moveTo>
                    <a:pt x="0" y="0"/>
                  </a:moveTo>
                  <a:lnTo>
                    <a:pt x="0" y="3644646"/>
                  </a:lnTo>
                  <a:lnTo>
                    <a:pt x="7056374" y="3644646"/>
                  </a:lnTo>
                  <a:lnTo>
                    <a:pt x="705637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"/>
          <p:cNvSpPr txBox="1"/>
          <p:nvPr/>
        </p:nvSpPr>
        <p:spPr>
          <a:xfrm>
            <a:off x="1377446" y="1131052"/>
            <a:ext cx="15533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Tipos de datos primitivos y compuestos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1374886" y="3068869"/>
            <a:ext cx="55623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Datos primitivos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Son los tipos de datos más simples y básicos que se puedan utilizar para representar valores en un programa. Representan valores individuales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9722617" y="3068869"/>
            <a:ext cx="61953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Datos compuestos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Los tipos de datos compuestos son aquellos que contienen más de un valor. Estos tipos pueden ser definidos por el programador o pueden estar integrados en el lenguaje de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" name="Google Shape;210;p5"/>
          <p:cNvGrpSpPr/>
          <p:nvPr/>
        </p:nvGrpSpPr>
        <p:grpSpPr>
          <a:xfrm>
            <a:off x="14542616" y="8068530"/>
            <a:ext cx="3456940" cy="2132457"/>
            <a:chOff x="63500" y="63500"/>
            <a:chExt cx="3456940" cy="2132457"/>
          </a:xfrm>
        </p:grpSpPr>
        <p:sp>
          <p:nvSpPr>
            <p:cNvPr id="211" name="Google Shape;211;p5"/>
            <p:cNvSpPr/>
            <p:nvPr/>
          </p:nvSpPr>
          <p:spPr>
            <a:xfrm>
              <a:off x="66040" y="109601"/>
              <a:ext cx="3454400" cy="2086356"/>
            </a:xfrm>
            <a:custGeom>
              <a:rect b="b" l="l" r="r" t="t"/>
              <a:pathLst>
                <a:path extrusionOk="0" h="2086356" w="3454400">
                  <a:moveTo>
                    <a:pt x="3454400" y="0"/>
                  </a:moveTo>
                  <a:cubicBezTo>
                    <a:pt x="3136011" y="56261"/>
                    <a:pt x="2868549" y="247396"/>
                    <a:pt x="2643759" y="483108"/>
                  </a:cubicBezTo>
                  <a:cubicBezTo>
                    <a:pt x="2493137" y="640969"/>
                    <a:pt x="2350770" y="838454"/>
                    <a:pt x="2124964" y="870331"/>
                  </a:cubicBezTo>
                  <a:cubicBezTo>
                    <a:pt x="2097024" y="874268"/>
                    <a:pt x="2068957" y="876173"/>
                    <a:pt x="2040890" y="876173"/>
                  </a:cubicBezTo>
                  <a:cubicBezTo>
                    <a:pt x="1731645" y="876173"/>
                    <a:pt x="1419733" y="652526"/>
                    <a:pt x="1137793" y="556895"/>
                  </a:cubicBezTo>
                  <a:cubicBezTo>
                    <a:pt x="1011682" y="514096"/>
                    <a:pt x="866140" y="484759"/>
                    <a:pt x="723011" y="484759"/>
                  </a:cubicBezTo>
                  <a:cubicBezTo>
                    <a:pt x="490093" y="484759"/>
                    <a:pt x="263271" y="562229"/>
                    <a:pt x="135636" y="784860"/>
                  </a:cubicBezTo>
                  <a:cubicBezTo>
                    <a:pt x="0" y="1021334"/>
                    <a:pt x="57912" y="1323086"/>
                    <a:pt x="133350" y="1587246"/>
                  </a:cubicBezTo>
                  <a:cubicBezTo>
                    <a:pt x="179705" y="1749679"/>
                    <a:pt x="231394" y="1919224"/>
                    <a:pt x="244602" y="2086356"/>
                  </a:cubicBezTo>
                  <a:lnTo>
                    <a:pt x="3454400" y="2086356"/>
                  </a:lnTo>
                  <a:lnTo>
                    <a:pt x="3454400" y="0"/>
                  </a:lnTo>
                  <a:close/>
                </a:path>
              </a:pathLst>
            </a:custGeom>
            <a:solidFill>
              <a:srgbClr val="FAB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63500" y="63500"/>
              <a:ext cx="3456940" cy="2132330"/>
            </a:xfrm>
            <a:custGeom>
              <a:rect b="b" l="l" r="r" t="t"/>
              <a:pathLst>
                <a:path extrusionOk="0" h="2132330" w="3456940">
                  <a:moveTo>
                    <a:pt x="0" y="0"/>
                  </a:moveTo>
                  <a:lnTo>
                    <a:pt x="0" y="2132330"/>
                  </a:lnTo>
                  <a:lnTo>
                    <a:pt x="3456940" y="2132330"/>
                  </a:lnTo>
                  <a:lnTo>
                    <a:pt x="345694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grpSp>
        <p:nvGrpSpPr>
          <p:cNvPr id="213" name="Google Shape;213;p5"/>
          <p:cNvGrpSpPr/>
          <p:nvPr/>
        </p:nvGrpSpPr>
        <p:grpSpPr>
          <a:xfrm rot="10800000">
            <a:off x="14291048" y="7"/>
            <a:ext cx="3960087" cy="1706842"/>
            <a:chOff x="63497" y="64643"/>
            <a:chExt cx="4503169" cy="1940917"/>
          </a:xfrm>
        </p:grpSpPr>
        <p:sp>
          <p:nvSpPr>
            <p:cNvPr id="214" name="Google Shape;214;p5"/>
            <p:cNvSpPr/>
            <p:nvPr/>
          </p:nvSpPr>
          <p:spPr>
            <a:xfrm>
              <a:off x="63500" y="64643"/>
              <a:ext cx="4503166" cy="1938655"/>
            </a:xfrm>
            <a:custGeom>
              <a:rect b="b" l="l" r="r" t="t"/>
              <a:pathLst>
                <a:path extrusionOk="0" h="1938655" w="4503166">
                  <a:moveTo>
                    <a:pt x="254508" y="0"/>
                  </a:moveTo>
                  <a:cubicBezTo>
                    <a:pt x="165100" y="0"/>
                    <a:pt x="79502" y="15621"/>
                    <a:pt x="0" y="44196"/>
                  </a:cubicBezTo>
                  <a:lnTo>
                    <a:pt x="0" y="44196"/>
                  </a:lnTo>
                  <a:lnTo>
                    <a:pt x="0" y="1938655"/>
                  </a:lnTo>
                  <a:lnTo>
                    <a:pt x="4422013" y="1938655"/>
                  </a:lnTo>
                  <a:cubicBezTo>
                    <a:pt x="4470908" y="1866265"/>
                    <a:pt x="4499737" y="1779397"/>
                    <a:pt x="4500626" y="1685798"/>
                  </a:cubicBezTo>
                  <a:cubicBezTo>
                    <a:pt x="4503166" y="1420749"/>
                    <a:pt x="4305681" y="1248791"/>
                    <a:pt x="4055872" y="1234821"/>
                  </a:cubicBezTo>
                  <a:cubicBezTo>
                    <a:pt x="4052062" y="1234821"/>
                    <a:pt x="4048252" y="1233551"/>
                    <a:pt x="4041902" y="1233551"/>
                  </a:cubicBezTo>
                  <a:cubicBezTo>
                    <a:pt x="4011549" y="1232027"/>
                    <a:pt x="3980815" y="1231519"/>
                    <a:pt x="3949700" y="1231519"/>
                  </a:cubicBezTo>
                  <a:cubicBezTo>
                    <a:pt x="3836162" y="1231519"/>
                    <a:pt x="3718433" y="1239266"/>
                    <a:pt x="3603879" y="1239266"/>
                  </a:cubicBezTo>
                  <a:cubicBezTo>
                    <a:pt x="3343021" y="1239266"/>
                    <a:pt x="3098292" y="1199388"/>
                    <a:pt x="2956179" y="938022"/>
                  </a:cubicBezTo>
                  <a:cubicBezTo>
                    <a:pt x="2875915" y="788924"/>
                    <a:pt x="2786634" y="616966"/>
                    <a:pt x="2631186" y="534162"/>
                  </a:cubicBezTo>
                  <a:cubicBezTo>
                    <a:pt x="2512695" y="470535"/>
                    <a:pt x="2365121" y="446024"/>
                    <a:pt x="2221103" y="446024"/>
                  </a:cubicBezTo>
                  <a:cubicBezTo>
                    <a:pt x="2137410" y="446024"/>
                    <a:pt x="2054860" y="454279"/>
                    <a:pt x="1979930" y="467868"/>
                  </a:cubicBezTo>
                  <a:cubicBezTo>
                    <a:pt x="1793494" y="501142"/>
                    <a:pt x="1624203" y="546481"/>
                    <a:pt x="1454531" y="546481"/>
                  </a:cubicBezTo>
                  <a:cubicBezTo>
                    <a:pt x="1331849" y="546481"/>
                    <a:pt x="1208913" y="522859"/>
                    <a:pt x="1078992" y="453898"/>
                  </a:cubicBezTo>
                  <a:cubicBezTo>
                    <a:pt x="894207" y="355854"/>
                    <a:pt x="779526" y="174879"/>
                    <a:pt x="593471" y="80645"/>
                  </a:cubicBezTo>
                  <a:cubicBezTo>
                    <a:pt x="488950" y="28067"/>
                    <a:pt x="371729" y="0"/>
                    <a:pt x="254508" y="0"/>
                  </a:cubicBezTo>
                  <a:close/>
                </a:path>
              </a:pathLst>
            </a:custGeom>
            <a:solidFill>
              <a:srgbClr val="3A53BF"/>
            </a:solidFill>
            <a:ln>
              <a:noFill/>
            </a:ln>
          </p:spPr>
          <p:txBody>
            <a:bodyPr anchorCtr="0" anchor="ctr" bIns="80400" lIns="80400" spcFirstLastPara="1" rIns="80400" wrap="square" tIns="8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63497" y="521615"/>
              <a:ext cx="3098459" cy="1483945"/>
            </a:xfrm>
            <a:custGeom>
              <a:rect b="b" l="l" r="r" t="t"/>
              <a:pathLst>
                <a:path extrusionOk="0" h="1939798" w="4506849">
                  <a:moveTo>
                    <a:pt x="0" y="0"/>
                  </a:moveTo>
                  <a:lnTo>
                    <a:pt x="0" y="1939798"/>
                  </a:lnTo>
                  <a:lnTo>
                    <a:pt x="4506849" y="1939798"/>
                  </a:lnTo>
                  <a:lnTo>
                    <a:pt x="450684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/>
          <p:nvPr/>
        </p:nvSpPr>
        <p:spPr>
          <a:xfrm>
            <a:off x="841896" y="4808449"/>
            <a:ext cx="133350" cy="133350"/>
          </a:xfrm>
          <a:custGeom>
            <a:rect b="b" l="l" r="r" t="t"/>
            <a:pathLst>
              <a:path extrusionOk="0" h="133350" w="133350">
                <a:moveTo>
                  <a:pt x="133350" y="66675"/>
                </a:moveTo>
                <a:cubicBezTo>
                  <a:pt x="133350" y="70993"/>
                  <a:pt x="132969" y="75438"/>
                  <a:pt x="132080" y="79629"/>
                </a:cubicBezTo>
                <a:cubicBezTo>
                  <a:pt x="131191" y="83820"/>
                  <a:pt x="129921" y="88138"/>
                  <a:pt x="128270" y="92075"/>
                </a:cubicBezTo>
                <a:cubicBezTo>
                  <a:pt x="126619" y="96012"/>
                  <a:pt x="124587" y="99949"/>
                  <a:pt x="122047" y="103632"/>
                </a:cubicBezTo>
                <a:cubicBezTo>
                  <a:pt x="119507" y="107315"/>
                  <a:pt x="116840" y="110617"/>
                  <a:pt x="113792" y="113792"/>
                </a:cubicBezTo>
                <a:cubicBezTo>
                  <a:pt x="110744" y="116967"/>
                  <a:pt x="107315" y="119634"/>
                  <a:pt x="103632" y="122047"/>
                </a:cubicBezTo>
                <a:cubicBezTo>
                  <a:pt x="99949" y="124460"/>
                  <a:pt x="96139" y="126492"/>
                  <a:pt x="92075" y="128270"/>
                </a:cubicBezTo>
                <a:cubicBezTo>
                  <a:pt x="88011" y="130048"/>
                  <a:pt x="83820" y="131191"/>
                  <a:pt x="79629" y="132080"/>
                </a:cubicBezTo>
                <a:cubicBezTo>
                  <a:pt x="75438" y="132969"/>
                  <a:pt x="70993" y="133350"/>
                  <a:pt x="66675" y="133350"/>
                </a:cubicBezTo>
                <a:cubicBezTo>
                  <a:pt x="62357" y="133350"/>
                  <a:pt x="57912" y="132969"/>
                  <a:pt x="53721" y="132080"/>
                </a:cubicBezTo>
                <a:cubicBezTo>
                  <a:pt x="49530" y="131191"/>
                  <a:pt x="45212" y="129921"/>
                  <a:pt x="41275" y="128270"/>
                </a:cubicBezTo>
                <a:cubicBezTo>
                  <a:pt x="37338" y="126619"/>
                  <a:pt x="33401" y="124587"/>
                  <a:pt x="29718" y="122047"/>
                </a:cubicBezTo>
                <a:cubicBezTo>
                  <a:pt x="26035" y="119507"/>
                  <a:pt x="22733" y="116840"/>
                  <a:pt x="19558" y="113792"/>
                </a:cubicBezTo>
                <a:cubicBezTo>
                  <a:pt x="16383" y="110744"/>
                  <a:pt x="13716" y="107315"/>
                  <a:pt x="11303" y="103632"/>
                </a:cubicBezTo>
                <a:cubicBezTo>
                  <a:pt x="8890" y="99949"/>
                  <a:pt x="6731" y="96266"/>
                  <a:pt x="5080" y="92202"/>
                </a:cubicBezTo>
                <a:cubicBezTo>
                  <a:pt x="3429" y="88138"/>
                  <a:pt x="2159" y="83947"/>
                  <a:pt x="1270" y="79629"/>
                </a:cubicBezTo>
                <a:cubicBezTo>
                  <a:pt x="381" y="75311"/>
                  <a:pt x="0" y="70993"/>
                  <a:pt x="0" y="66675"/>
                </a:cubicBezTo>
                <a:cubicBezTo>
                  <a:pt x="0" y="62357"/>
                  <a:pt x="381" y="57912"/>
                  <a:pt x="1270" y="53721"/>
                </a:cubicBezTo>
                <a:cubicBezTo>
                  <a:pt x="2159" y="49530"/>
                  <a:pt x="3429" y="45212"/>
                  <a:pt x="5080" y="41275"/>
                </a:cubicBezTo>
                <a:cubicBezTo>
                  <a:pt x="6731" y="37338"/>
                  <a:pt x="8763" y="33401"/>
                  <a:pt x="11303" y="29718"/>
                </a:cubicBezTo>
                <a:cubicBezTo>
                  <a:pt x="13843" y="26035"/>
                  <a:pt x="16510" y="22733"/>
                  <a:pt x="19558" y="19558"/>
                </a:cubicBezTo>
                <a:cubicBezTo>
                  <a:pt x="22606" y="16383"/>
                  <a:pt x="26035" y="13716"/>
                  <a:pt x="29718" y="11303"/>
                </a:cubicBezTo>
                <a:cubicBezTo>
                  <a:pt x="33401" y="8890"/>
                  <a:pt x="37211" y="6858"/>
                  <a:pt x="41275" y="5080"/>
                </a:cubicBezTo>
                <a:cubicBezTo>
                  <a:pt x="45339" y="3302"/>
                  <a:pt x="49530" y="2159"/>
                  <a:pt x="53721" y="1270"/>
                </a:cubicBezTo>
                <a:cubicBezTo>
                  <a:pt x="57912" y="381"/>
                  <a:pt x="62357" y="0"/>
                  <a:pt x="66675" y="0"/>
                </a:cubicBezTo>
                <a:cubicBezTo>
                  <a:pt x="70993" y="0"/>
                  <a:pt x="75438" y="381"/>
                  <a:pt x="79629" y="1270"/>
                </a:cubicBezTo>
                <a:cubicBezTo>
                  <a:pt x="83820" y="2159"/>
                  <a:pt x="88138" y="3429"/>
                  <a:pt x="92075" y="5080"/>
                </a:cubicBezTo>
                <a:cubicBezTo>
                  <a:pt x="96012" y="6731"/>
                  <a:pt x="99949" y="8763"/>
                  <a:pt x="103632" y="11303"/>
                </a:cubicBezTo>
                <a:cubicBezTo>
                  <a:pt x="107315" y="13843"/>
                  <a:pt x="110617" y="16510"/>
                  <a:pt x="113792" y="19558"/>
                </a:cubicBezTo>
                <a:cubicBezTo>
                  <a:pt x="116967" y="22606"/>
                  <a:pt x="119634" y="26035"/>
                  <a:pt x="122047" y="29718"/>
                </a:cubicBezTo>
                <a:cubicBezTo>
                  <a:pt x="124460" y="33401"/>
                  <a:pt x="126492" y="37211"/>
                  <a:pt x="128270" y="41275"/>
                </a:cubicBezTo>
                <a:cubicBezTo>
                  <a:pt x="130048" y="45339"/>
                  <a:pt x="131191" y="49530"/>
                  <a:pt x="132080" y="53721"/>
                </a:cubicBezTo>
                <a:cubicBezTo>
                  <a:pt x="132969" y="57912"/>
                  <a:pt x="133350" y="62357"/>
                  <a:pt x="133350" y="66675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4219575" y="240478"/>
            <a:ext cx="10045789" cy="1075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Tipos de datos abstractos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527571" y="1913201"/>
            <a:ext cx="7672902" cy="2625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Datos abstractos (TDA)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tipo abstracto (TAD) es un tipo definido por el usuario que: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10309108" y="1913201"/>
            <a:ext cx="5017484" cy="914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Caracteristicas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1175271" y="4558836"/>
            <a:ext cx="66300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Tiene un conjunto de valores y un conjunto de operaciones.</a:t>
            </a:r>
            <a:endParaRPr b="0" i="0" sz="3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Cumple con los principios de la abstracción, ocultación  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información y se puede manejar sin conocer la representación interna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9052608" y="2873919"/>
            <a:ext cx="8474700" cy="58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7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Encapsulamiento:</a:t>
            </a:r>
            <a:r>
              <a:rPr b="0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Se desconocen aspectos como la implementación de la declaración y de las operaciones del TDA. </a:t>
            </a:r>
            <a:endParaRPr b="0" i="0" sz="25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77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Protección: </a:t>
            </a:r>
            <a:r>
              <a:rPr b="0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Solo es posible acceder al TAD a través de las operaciones que posee. </a:t>
            </a:r>
            <a:endParaRPr b="0" i="0" sz="25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77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Polimorfismo:</a:t>
            </a:r>
            <a:r>
              <a:rPr b="0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Un TDA puede ser usado de manera flexible en diferentes contextos. </a:t>
            </a:r>
            <a:endParaRPr b="0" i="0" sz="25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776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Herencia:</a:t>
            </a:r>
            <a:r>
              <a:rPr b="0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Algunos TDA pueden heredar funcionalidades de otros para compartir funcionalidades comunes. 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6"/>
          <p:cNvGrpSpPr/>
          <p:nvPr/>
        </p:nvGrpSpPr>
        <p:grpSpPr>
          <a:xfrm rot="10800000">
            <a:off x="14291048" y="7"/>
            <a:ext cx="3960087" cy="1706842"/>
            <a:chOff x="63497" y="64643"/>
            <a:chExt cx="4503169" cy="1940917"/>
          </a:xfrm>
        </p:grpSpPr>
        <p:sp>
          <p:nvSpPr>
            <p:cNvPr id="227" name="Google Shape;227;p6"/>
            <p:cNvSpPr/>
            <p:nvPr/>
          </p:nvSpPr>
          <p:spPr>
            <a:xfrm>
              <a:off x="63500" y="64643"/>
              <a:ext cx="4503166" cy="1938655"/>
            </a:xfrm>
            <a:custGeom>
              <a:rect b="b" l="l" r="r" t="t"/>
              <a:pathLst>
                <a:path extrusionOk="0" h="1938655" w="4503166">
                  <a:moveTo>
                    <a:pt x="254508" y="0"/>
                  </a:moveTo>
                  <a:cubicBezTo>
                    <a:pt x="165100" y="0"/>
                    <a:pt x="79502" y="15621"/>
                    <a:pt x="0" y="44196"/>
                  </a:cubicBezTo>
                  <a:lnTo>
                    <a:pt x="0" y="44196"/>
                  </a:lnTo>
                  <a:lnTo>
                    <a:pt x="0" y="1938655"/>
                  </a:lnTo>
                  <a:lnTo>
                    <a:pt x="4422013" y="1938655"/>
                  </a:lnTo>
                  <a:cubicBezTo>
                    <a:pt x="4470908" y="1866265"/>
                    <a:pt x="4499737" y="1779397"/>
                    <a:pt x="4500626" y="1685798"/>
                  </a:cubicBezTo>
                  <a:cubicBezTo>
                    <a:pt x="4503166" y="1420749"/>
                    <a:pt x="4305681" y="1248791"/>
                    <a:pt x="4055872" y="1234821"/>
                  </a:cubicBezTo>
                  <a:cubicBezTo>
                    <a:pt x="4052062" y="1234821"/>
                    <a:pt x="4048252" y="1233551"/>
                    <a:pt x="4041902" y="1233551"/>
                  </a:cubicBezTo>
                  <a:cubicBezTo>
                    <a:pt x="4011549" y="1232027"/>
                    <a:pt x="3980815" y="1231519"/>
                    <a:pt x="3949700" y="1231519"/>
                  </a:cubicBezTo>
                  <a:cubicBezTo>
                    <a:pt x="3836162" y="1231519"/>
                    <a:pt x="3718433" y="1239266"/>
                    <a:pt x="3603879" y="1239266"/>
                  </a:cubicBezTo>
                  <a:cubicBezTo>
                    <a:pt x="3343021" y="1239266"/>
                    <a:pt x="3098292" y="1199388"/>
                    <a:pt x="2956179" y="938022"/>
                  </a:cubicBezTo>
                  <a:cubicBezTo>
                    <a:pt x="2875915" y="788924"/>
                    <a:pt x="2786634" y="616966"/>
                    <a:pt x="2631186" y="534162"/>
                  </a:cubicBezTo>
                  <a:cubicBezTo>
                    <a:pt x="2512695" y="470535"/>
                    <a:pt x="2365121" y="446024"/>
                    <a:pt x="2221103" y="446024"/>
                  </a:cubicBezTo>
                  <a:cubicBezTo>
                    <a:pt x="2137410" y="446024"/>
                    <a:pt x="2054860" y="454279"/>
                    <a:pt x="1979930" y="467868"/>
                  </a:cubicBezTo>
                  <a:cubicBezTo>
                    <a:pt x="1793494" y="501142"/>
                    <a:pt x="1624203" y="546481"/>
                    <a:pt x="1454531" y="546481"/>
                  </a:cubicBezTo>
                  <a:cubicBezTo>
                    <a:pt x="1331849" y="546481"/>
                    <a:pt x="1208913" y="522859"/>
                    <a:pt x="1078992" y="453898"/>
                  </a:cubicBezTo>
                  <a:cubicBezTo>
                    <a:pt x="894207" y="355854"/>
                    <a:pt x="779526" y="174879"/>
                    <a:pt x="593471" y="80645"/>
                  </a:cubicBezTo>
                  <a:cubicBezTo>
                    <a:pt x="488950" y="28067"/>
                    <a:pt x="371729" y="0"/>
                    <a:pt x="254508" y="0"/>
                  </a:cubicBezTo>
                  <a:close/>
                </a:path>
              </a:pathLst>
            </a:custGeom>
            <a:solidFill>
              <a:srgbClr val="3A53BF"/>
            </a:solidFill>
            <a:ln>
              <a:noFill/>
            </a:ln>
          </p:spPr>
          <p:txBody>
            <a:bodyPr anchorCtr="0" anchor="ctr" bIns="80400" lIns="80400" spcFirstLastPara="1" rIns="80400" wrap="square" tIns="8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63497" y="521615"/>
              <a:ext cx="3098459" cy="1483945"/>
            </a:xfrm>
            <a:custGeom>
              <a:rect b="b" l="l" r="r" t="t"/>
              <a:pathLst>
                <a:path extrusionOk="0" h="1939798" w="4506849">
                  <a:moveTo>
                    <a:pt x="0" y="0"/>
                  </a:moveTo>
                  <a:lnTo>
                    <a:pt x="0" y="1939798"/>
                  </a:lnTo>
                  <a:lnTo>
                    <a:pt x="4506849" y="1939798"/>
                  </a:lnTo>
                  <a:lnTo>
                    <a:pt x="450684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grpSp>
        <p:nvGrpSpPr>
          <p:cNvPr id="229" name="Google Shape;229;p6"/>
          <p:cNvGrpSpPr/>
          <p:nvPr/>
        </p:nvGrpSpPr>
        <p:grpSpPr>
          <a:xfrm>
            <a:off x="14542616" y="8068530"/>
            <a:ext cx="3456940" cy="2132457"/>
            <a:chOff x="63500" y="63500"/>
            <a:chExt cx="3456940" cy="2132457"/>
          </a:xfrm>
        </p:grpSpPr>
        <p:sp>
          <p:nvSpPr>
            <p:cNvPr id="230" name="Google Shape;230;p6"/>
            <p:cNvSpPr/>
            <p:nvPr/>
          </p:nvSpPr>
          <p:spPr>
            <a:xfrm>
              <a:off x="66040" y="109601"/>
              <a:ext cx="3454400" cy="2086356"/>
            </a:xfrm>
            <a:custGeom>
              <a:rect b="b" l="l" r="r" t="t"/>
              <a:pathLst>
                <a:path extrusionOk="0" h="2086356" w="3454400">
                  <a:moveTo>
                    <a:pt x="3454400" y="0"/>
                  </a:moveTo>
                  <a:cubicBezTo>
                    <a:pt x="3136011" y="56261"/>
                    <a:pt x="2868549" y="247396"/>
                    <a:pt x="2643759" y="483108"/>
                  </a:cubicBezTo>
                  <a:cubicBezTo>
                    <a:pt x="2493137" y="640969"/>
                    <a:pt x="2350770" y="838454"/>
                    <a:pt x="2124964" y="870331"/>
                  </a:cubicBezTo>
                  <a:cubicBezTo>
                    <a:pt x="2097024" y="874268"/>
                    <a:pt x="2068957" y="876173"/>
                    <a:pt x="2040890" y="876173"/>
                  </a:cubicBezTo>
                  <a:cubicBezTo>
                    <a:pt x="1731645" y="876173"/>
                    <a:pt x="1419733" y="652526"/>
                    <a:pt x="1137793" y="556895"/>
                  </a:cubicBezTo>
                  <a:cubicBezTo>
                    <a:pt x="1011682" y="514096"/>
                    <a:pt x="866140" y="484759"/>
                    <a:pt x="723011" y="484759"/>
                  </a:cubicBezTo>
                  <a:cubicBezTo>
                    <a:pt x="490093" y="484759"/>
                    <a:pt x="263271" y="562229"/>
                    <a:pt x="135636" y="784860"/>
                  </a:cubicBezTo>
                  <a:cubicBezTo>
                    <a:pt x="0" y="1021334"/>
                    <a:pt x="57912" y="1323086"/>
                    <a:pt x="133350" y="1587246"/>
                  </a:cubicBezTo>
                  <a:cubicBezTo>
                    <a:pt x="179705" y="1749679"/>
                    <a:pt x="231394" y="1919224"/>
                    <a:pt x="244602" y="2086356"/>
                  </a:cubicBezTo>
                  <a:lnTo>
                    <a:pt x="3454400" y="2086356"/>
                  </a:lnTo>
                  <a:lnTo>
                    <a:pt x="3454400" y="0"/>
                  </a:lnTo>
                  <a:close/>
                </a:path>
              </a:pathLst>
            </a:custGeom>
            <a:solidFill>
              <a:srgbClr val="FAB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63500" y="63500"/>
              <a:ext cx="3456940" cy="2132330"/>
            </a:xfrm>
            <a:custGeom>
              <a:rect b="b" l="l" r="r" t="t"/>
              <a:pathLst>
                <a:path extrusionOk="0" h="2132330" w="3456940">
                  <a:moveTo>
                    <a:pt x="0" y="0"/>
                  </a:moveTo>
                  <a:lnTo>
                    <a:pt x="0" y="2132330"/>
                  </a:lnTo>
                  <a:lnTo>
                    <a:pt x="3456940" y="2132330"/>
                  </a:lnTo>
                  <a:lnTo>
                    <a:pt x="345694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"/>
          <p:cNvSpPr/>
          <p:nvPr/>
        </p:nvSpPr>
        <p:spPr>
          <a:xfrm>
            <a:off x="1343025" y="2648807"/>
            <a:ext cx="133350" cy="133350"/>
          </a:xfrm>
          <a:custGeom>
            <a:rect b="b" l="l" r="r" t="t"/>
            <a:pathLst>
              <a:path extrusionOk="0" h="133350" w="133350">
                <a:moveTo>
                  <a:pt x="133350" y="66675"/>
                </a:moveTo>
                <a:cubicBezTo>
                  <a:pt x="133350" y="70993"/>
                  <a:pt x="132969" y="75438"/>
                  <a:pt x="132080" y="79629"/>
                </a:cubicBezTo>
                <a:cubicBezTo>
                  <a:pt x="131191" y="83820"/>
                  <a:pt x="129921" y="88138"/>
                  <a:pt x="128270" y="92075"/>
                </a:cubicBezTo>
                <a:cubicBezTo>
                  <a:pt x="126619" y="96012"/>
                  <a:pt x="124587" y="99949"/>
                  <a:pt x="122047" y="103632"/>
                </a:cubicBezTo>
                <a:cubicBezTo>
                  <a:pt x="119507" y="107315"/>
                  <a:pt x="116840" y="110617"/>
                  <a:pt x="113792" y="113792"/>
                </a:cubicBezTo>
                <a:cubicBezTo>
                  <a:pt x="110744" y="116967"/>
                  <a:pt x="107315" y="119634"/>
                  <a:pt x="103632" y="122047"/>
                </a:cubicBezTo>
                <a:cubicBezTo>
                  <a:pt x="99949" y="124460"/>
                  <a:pt x="96139" y="126492"/>
                  <a:pt x="92075" y="128270"/>
                </a:cubicBezTo>
                <a:cubicBezTo>
                  <a:pt x="88011" y="130048"/>
                  <a:pt x="83820" y="131191"/>
                  <a:pt x="79629" y="132080"/>
                </a:cubicBezTo>
                <a:cubicBezTo>
                  <a:pt x="75438" y="132969"/>
                  <a:pt x="70993" y="133350"/>
                  <a:pt x="66675" y="133350"/>
                </a:cubicBezTo>
                <a:cubicBezTo>
                  <a:pt x="62357" y="133350"/>
                  <a:pt x="57912" y="132969"/>
                  <a:pt x="53721" y="132080"/>
                </a:cubicBezTo>
                <a:cubicBezTo>
                  <a:pt x="49530" y="131191"/>
                  <a:pt x="45212" y="129921"/>
                  <a:pt x="41275" y="128270"/>
                </a:cubicBezTo>
                <a:cubicBezTo>
                  <a:pt x="37338" y="126619"/>
                  <a:pt x="33401" y="124587"/>
                  <a:pt x="29718" y="122047"/>
                </a:cubicBezTo>
                <a:cubicBezTo>
                  <a:pt x="26035" y="119507"/>
                  <a:pt x="22733" y="116840"/>
                  <a:pt x="19558" y="113792"/>
                </a:cubicBezTo>
                <a:cubicBezTo>
                  <a:pt x="16383" y="110744"/>
                  <a:pt x="13716" y="107315"/>
                  <a:pt x="11303" y="103632"/>
                </a:cubicBezTo>
                <a:cubicBezTo>
                  <a:pt x="8890" y="99949"/>
                  <a:pt x="6731" y="96266"/>
                  <a:pt x="5080" y="92202"/>
                </a:cubicBezTo>
                <a:cubicBezTo>
                  <a:pt x="3429" y="88138"/>
                  <a:pt x="2159" y="83947"/>
                  <a:pt x="1270" y="79629"/>
                </a:cubicBezTo>
                <a:cubicBezTo>
                  <a:pt x="381" y="75311"/>
                  <a:pt x="0" y="70993"/>
                  <a:pt x="0" y="66675"/>
                </a:cubicBezTo>
                <a:cubicBezTo>
                  <a:pt x="0" y="62357"/>
                  <a:pt x="381" y="57912"/>
                  <a:pt x="1270" y="53721"/>
                </a:cubicBezTo>
                <a:cubicBezTo>
                  <a:pt x="2159" y="49530"/>
                  <a:pt x="3429" y="45212"/>
                  <a:pt x="5080" y="41275"/>
                </a:cubicBezTo>
                <a:cubicBezTo>
                  <a:pt x="6731" y="37338"/>
                  <a:pt x="8763" y="33401"/>
                  <a:pt x="11303" y="29718"/>
                </a:cubicBezTo>
                <a:cubicBezTo>
                  <a:pt x="13843" y="26035"/>
                  <a:pt x="16510" y="22733"/>
                  <a:pt x="19558" y="19558"/>
                </a:cubicBezTo>
                <a:cubicBezTo>
                  <a:pt x="22606" y="16383"/>
                  <a:pt x="26035" y="13716"/>
                  <a:pt x="29718" y="11303"/>
                </a:cubicBezTo>
                <a:cubicBezTo>
                  <a:pt x="33401" y="8890"/>
                  <a:pt x="37211" y="6858"/>
                  <a:pt x="41275" y="5080"/>
                </a:cubicBezTo>
                <a:cubicBezTo>
                  <a:pt x="45339" y="3302"/>
                  <a:pt x="49530" y="2159"/>
                  <a:pt x="53721" y="1270"/>
                </a:cubicBezTo>
                <a:cubicBezTo>
                  <a:pt x="57912" y="381"/>
                  <a:pt x="62357" y="0"/>
                  <a:pt x="66675" y="0"/>
                </a:cubicBezTo>
                <a:cubicBezTo>
                  <a:pt x="70993" y="0"/>
                  <a:pt x="75438" y="381"/>
                  <a:pt x="79629" y="1270"/>
                </a:cubicBezTo>
                <a:cubicBezTo>
                  <a:pt x="83820" y="2159"/>
                  <a:pt x="88138" y="3429"/>
                  <a:pt x="92075" y="5080"/>
                </a:cubicBezTo>
                <a:cubicBezTo>
                  <a:pt x="96012" y="6731"/>
                  <a:pt x="99949" y="8763"/>
                  <a:pt x="103632" y="11303"/>
                </a:cubicBezTo>
                <a:cubicBezTo>
                  <a:pt x="107315" y="13843"/>
                  <a:pt x="110617" y="16510"/>
                  <a:pt x="113792" y="19558"/>
                </a:cubicBezTo>
                <a:cubicBezTo>
                  <a:pt x="116967" y="22606"/>
                  <a:pt x="119634" y="26035"/>
                  <a:pt x="122047" y="29718"/>
                </a:cubicBezTo>
                <a:cubicBezTo>
                  <a:pt x="124460" y="33401"/>
                  <a:pt x="126492" y="37211"/>
                  <a:pt x="128270" y="41275"/>
                </a:cubicBezTo>
                <a:cubicBezTo>
                  <a:pt x="130048" y="45339"/>
                  <a:pt x="131191" y="49530"/>
                  <a:pt x="132080" y="53721"/>
                </a:cubicBezTo>
                <a:cubicBezTo>
                  <a:pt x="132969" y="57912"/>
                  <a:pt x="133350" y="62357"/>
                  <a:pt x="133350" y="66675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1343025" y="3182207"/>
            <a:ext cx="133350" cy="133350"/>
          </a:xfrm>
          <a:custGeom>
            <a:rect b="b" l="l" r="r" t="t"/>
            <a:pathLst>
              <a:path extrusionOk="0" h="133350" w="133350">
                <a:moveTo>
                  <a:pt x="133350" y="66675"/>
                </a:moveTo>
                <a:cubicBezTo>
                  <a:pt x="133350" y="70993"/>
                  <a:pt x="132969" y="75438"/>
                  <a:pt x="132080" y="79629"/>
                </a:cubicBezTo>
                <a:cubicBezTo>
                  <a:pt x="131191" y="83820"/>
                  <a:pt x="129921" y="88138"/>
                  <a:pt x="128270" y="92075"/>
                </a:cubicBezTo>
                <a:cubicBezTo>
                  <a:pt x="126619" y="96012"/>
                  <a:pt x="124587" y="99949"/>
                  <a:pt x="122047" y="103632"/>
                </a:cubicBezTo>
                <a:cubicBezTo>
                  <a:pt x="119507" y="107315"/>
                  <a:pt x="116840" y="110617"/>
                  <a:pt x="113792" y="113792"/>
                </a:cubicBezTo>
                <a:cubicBezTo>
                  <a:pt x="110744" y="116967"/>
                  <a:pt x="107315" y="119634"/>
                  <a:pt x="103632" y="122047"/>
                </a:cubicBezTo>
                <a:cubicBezTo>
                  <a:pt x="99949" y="124460"/>
                  <a:pt x="96139" y="126492"/>
                  <a:pt x="92075" y="128270"/>
                </a:cubicBezTo>
                <a:cubicBezTo>
                  <a:pt x="88011" y="130048"/>
                  <a:pt x="83820" y="131191"/>
                  <a:pt x="79629" y="132080"/>
                </a:cubicBezTo>
                <a:cubicBezTo>
                  <a:pt x="75438" y="132969"/>
                  <a:pt x="70993" y="133350"/>
                  <a:pt x="66675" y="133350"/>
                </a:cubicBezTo>
                <a:cubicBezTo>
                  <a:pt x="62357" y="133350"/>
                  <a:pt x="57912" y="132969"/>
                  <a:pt x="53721" y="132080"/>
                </a:cubicBezTo>
                <a:cubicBezTo>
                  <a:pt x="49530" y="131191"/>
                  <a:pt x="45212" y="129921"/>
                  <a:pt x="41275" y="128270"/>
                </a:cubicBezTo>
                <a:cubicBezTo>
                  <a:pt x="37338" y="126619"/>
                  <a:pt x="33401" y="124587"/>
                  <a:pt x="29718" y="122047"/>
                </a:cubicBezTo>
                <a:cubicBezTo>
                  <a:pt x="26035" y="119507"/>
                  <a:pt x="22733" y="116840"/>
                  <a:pt x="19558" y="113792"/>
                </a:cubicBezTo>
                <a:cubicBezTo>
                  <a:pt x="16383" y="110744"/>
                  <a:pt x="13716" y="107315"/>
                  <a:pt x="11303" y="103632"/>
                </a:cubicBezTo>
                <a:cubicBezTo>
                  <a:pt x="8890" y="99949"/>
                  <a:pt x="6731" y="96266"/>
                  <a:pt x="5080" y="92202"/>
                </a:cubicBezTo>
                <a:cubicBezTo>
                  <a:pt x="3429" y="88138"/>
                  <a:pt x="2159" y="83947"/>
                  <a:pt x="1270" y="79629"/>
                </a:cubicBezTo>
                <a:cubicBezTo>
                  <a:pt x="381" y="75311"/>
                  <a:pt x="0" y="70993"/>
                  <a:pt x="0" y="66675"/>
                </a:cubicBezTo>
                <a:cubicBezTo>
                  <a:pt x="0" y="62357"/>
                  <a:pt x="381" y="57912"/>
                  <a:pt x="1270" y="53721"/>
                </a:cubicBezTo>
                <a:cubicBezTo>
                  <a:pt x="2159" y="49530"/>
                  <a:pt x="3429" y="45212"/>
                  <a:pt x="5080" y="41275"/>
                </a:cubicBezTo>
                <a:cubicBezTo>
                  <a:pt x="6731" y="37338"/>
                  <a:pt x="8763" y="33401"/>
                  <a:pt x="11303" y="29718"/>
                </a:cubicBezTo>
                <a:cubicBezTo>
                  <a:pt x="13843" y="26035"/>
                  <a:pt x="16510" y="22733"/>
                  <a:pt x="19558" y="19558"/>
                </a:cubicBezTo>
                <a:cubicBezTo>
                  <a:pt x="22606" y="16383"/>
                  <a:pt x="26035" y="13716"/>
                  <a:pt x="29718" y="11303"/>
                </a:cubicBezTo>
                <a:cubicBezTo>
                  <a:pt x="33401" y="8890"/>
                  <a:pt x="37211" y="6858"/>
                  <a:pt x="41275" y="5080"/>
                </a:cubicBezTo>
                <a:cubicBezTo>
                  <a:pt x="45339" y="3302"/>
                  <a:pt x="49530" y="2159"/>
                  <a:pt x="53721" y="1270"/>
                </a:cubicBezTo>
                <a:cubicBezTo>
                  <a:pt x="57912" y="381"/>
                  <a:pt x="62357" y="0"/>
                  <a:pt x="66675" y="0"/>
                </a:cubicBezTo>
                <a:cubicBezTo>
                  <a:pt x="70993" y="0"/>
                  <a:pt x="75438" y="381"/>
                  <a:pt x="79629" y="1270"/>
                </a:cubicBezTo>
                <a:cubicBezTo>
                  <a:pt x="83820" y="2159"/>
                  <a:pt x="88138" y="3429"/>
                  <a:pt x="92075" y="5080"/>
                </a:cubicBezTo>
                <a:cubicBezTo>
                  <a:pt x="96012" y="6731"/>
                  <a:pt x="99949" y="8763"/>
                  <a:pt x="103632" y="11303"/>
                </a:cubicBezTo>
                <a:cubicBezTo>
                  <a:pt x="107315" y="13843"/>
                  <a:pt x="110617" y="16510"/>
                  <a:pt x="113792" y="19558"/>
                </a:cubicBezTo>
                <a:cubicBezTo>
                  <a:pt x="116967" y="22606"/>
                  <a:pt x="119634" y="26035"/>
                  <a:pt x="122047" y="29718"/>
                </a:cubicBezTo>
                <a:cubicBezTo>
                  <a:pt x="124460" y="33401"/>
                  <a:pt x="126492" y="37211"/>
                  <a:pt x="128270" y="41275"/>
                </a:cubicBezTo>
                <a:cubicBezTo>
                  <a:pt x="130048" y="45339"/>
                  <a:pt x="131191" y="49530"/>
                  <a:pt x="132080" y="53721"/>
                </a:cubicBezTo>
                <a:cubicBezTo>
                  <a:pt x="132969" y="57912"/>
                  <a:pt x="133350" y="62357"/>
                  <a:pt x="133350" y="66675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1343025" y="3715607"/>
            <a:ext cx="133350" cy="133350"/>
          </a:xfrm>
          <a:custGeom>
            <a:rect b="b" l="l" r="r" t="t"/>
            <a:pathLst>
              <a:path extrusionOk="0" h="133350" w="133350">
                <a:moveTo>
                  <a:pt x="133350" y="66675"/>
                </a:moveTo>
                <a:cubicBezTo>
                  <a:pt x="133350" y="70993"/>
                  <a:pt x="132969" y="75438"/>
                  <a:pt x="132080" y="79629"/>
                </a:cubicBezTo>
                <a:cubicBezTo>
                  <a:pt x="131191" y="83820"/>
                  <a:pt x="129921" y="88138"/>
                  <a:pt x="128270" y="92075"/>
                </a:cubicBezTo>
                <a:cubicBezTo>
                  <a:pt x="126619" y="96012"/>
                  <a:pt x="124587" y="99949"/>
                  <a:pt x="122047" y="103632"/>
                </a:cubicBezTo>
                <a:cubicBezTo>
                  <a:pt x="119507" y="107315"/>
                  <a:pt x="116840" y="110617"/>
                  <a:pt x="113792" y="113792"/>
                </a:cubicBezTo>
                <a:cubicBezTo>
                  <a:pt x="110744" y="116967"/>
                  <a:pt x="107315" y="119634"/>
                  <a:pt x="103632" y="122047"/>
                </a:cubicBezTo>
                <a:cubicBezTo>
                  <a:pt x="99949" y="124460"/>
                  <a:pt x="96139" y="126492"/>
                  <a:pt x="92075" y="128270"/>
                </a:cubicBezTo>
                <a:cubicBezTo>
                  <a:pt x="88011" y="130048"/>
                  <a:pt x="83820" y="131191"/>
                  <a:pt x="79629" y="132080"/>
                </a:cubicBezTo>
                <a:cubicBezTo>
                  <a:pt x="75438" y="132969"/>
                  <a:pt x="70993" y="133350"/>
                  <a:pt x="66675" y="133350"/>
                </a:cubicBezTo>
                <a:cubicBezTo>
                  <a:pt x="62357" y="133350"/>
                  <a:pt x="57912" y="132969"/>
                  <a:pt x="53721" y="132080"/>
                </a:cubicBezTo>
                <a:cubicBezTo>
                  <a:pt x="49530" y="131191"/>
                  <a:pt x="45212" y="129921"/>
                  <a:pt x="41275" y="128270"/>
                </a:cubicBezTo>
                <a:cubicBezTo>
                  <a:pt x="37338" y="126619"/>
                  <a:pt x="33401" y="124587"/>
                  <a:pt x="29718" y="122047"/>
                </a:cubicBezTo>
                <a:cubicBezTo>
                  <a:pt x="26035" y="119507"/>
                  <a:pt x="22733" y="116840"/>
                  <a:pt x="19558" y="113792"/>
                </a:cubicBezTo>
                <a:cubicBezTo>
                  <a:pt x="16383" y="110744"/>
                  <a:pt x="13716" y="107315"/>
                  <a:pt x="11303" y="103632"/>
                </a:cubicBezTo>
                <a:cubicBezTo>
                  <a:pt x="8890" y="99949"/>
                  <a:pt x="6731" y="96266"/>
                  <a:pt x="5080" y="92202"/>
                </a:cubicBezTo>
                <a:cubicBezTo>
                  <a:pt x="3429" y="88138"/>
                  <a:pt x="2159" y="83947"/>
                  <a:pt x="1270" y="79629"/>
                </a:cubicBezTo>
                <a:cubicBezTo>
                  <a:pt x="381" y="75311"/>
                  <a:pt x="0" y="70993"/>
                  <a:pt x="0" y="66675"/>
                </a:cubicBezTo>
                <a:cubicBezTo>
                  <a:pt x="0" y="62357"/>
                  <a:pt x="381" y="57912"/>
                  <a:pt x="1270" y="53721"/>
                </a:cubicBezTo>
                <a:cubicBezTo>
                  <a:pt x="2159" y="49530"/>
                  <a:pt x="3429" y="45212"/>
                  <a:pt x="5080" y="41275"/>
                </a:cubicBezTo>
                <a:cubicBezTo>
                  <a:pt x="6731" y="37338"/>
                  <a:pt x="8763" y="33401"/>
                  <a:pt x="11303" y="29718"/>
                </a:cubicBezTo>
                <a:cubicBezTo>
                  <a:pt x="13843" y="26035"/>
                  <a:pt x="16510" y="22733"/>
                  <a:pt x="19558" y="19558"/>
                </a:cubicBezTo>
                <a:cubicBezTo>
                  <a:pt x="22606" y="16383"/>
                  <a:pt x="26035" y="13716"/>
                  <a:pt x="29718" y="11303"/>
                </a:cubicBezTo>
                <a:cubicBezTo>
                  <a:pt x="33401" y="8890"/>
                  <a:pt x="37211" y="6858"/>
                  <a:pt x="41275" y="5080"/>
                </a:cubicBezTo>
                <a:cubicBezTo>
                  <a:pt x="45339" y="3302"/>
                  <a:pt x="49530" y="2159"/>
                  <a:pt x="53721" y="1270"/>
                </a:cubicBezTo>
                <a:cubicBezTo>
                  <a:pt x="57912" y="381"/>
                  <a:pt x="62357" y="0"/>
                  <a:pt x="66675" y="0"/>
                </a:cubicBezTo>
                <a:cubicBezTo>
                  <a:pt x="70993" y="0"/>
                  <a:pt x="75438" y="381"/>
                  <a:pt x="79629" y="1270"/>
                </a:cubicBezTo>
                <a:cubicBezTo>
                  <a:pt x="83820" y="2159"/>
                  <a:pt x="88138" y="3429"/>
                  <a:pt x="92075" y="5080"/>
                </a:cubicBezTo>
                <a:cubicBezTo>
                  <a:pt x="96012" y="6731"/>
                  <a:pt x="99949" y="8763"/>
                  <a:pt x="103632" y="11303"/>
                </a:cubicBezTo>
                <a:cubicBezTo>
                  <a:pt x="107315" y="13843"/>
                  <a:pt x="110617" y="16510"/>
                  <a:pt x="113792" y="19558"/>
                </a:cubicBezTo>
                <a:cubicBezTo>
                  <a:pt x="116967" y="22606"/>
                  <a:pt x="119634" y="26035"/>
                  <a:pt x="122047" y="29718"/>
                </a:cubicBezTo>
                <a:cubicBezTo>
                  <a:pt x="124460" y="33401"/>
                  <a:pt x="126492" y="37211"/>
                  <a:pt x="128270" y="41275"/>
                </a:cubicBezTo>
                <a:cubicBezTo>
                  <a:pt x="130048" y="45339"/>
                  <a:pt x="131191" y="49530"/>
                  <a:pt x="132080" y="53721"/>
                </a:cubicBezTo>
                <a:cubicBezTo>
                  <a:pt x="132969" y="57912"/>
                  <a:pt x="133350" y="62357"/>
                  <a:pt x="133350" y="66675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1343025" y="4249007"/>
            <a:ext cx="133350" cy="133350"/>
          </a:xfrm>
          <a:custGeom>
            <a:rect b="b" l="l" r="r" t="t"/>
            <a:pathLst>
              <a:path extrusionOk="0" h="133350" w="133350">
                <a:moveTo>
                  <a:pt x="133350" y="66675"/>
                </a:moveTo>
                <a:cubicBezTo>
                  <a:pt x="133350" y="70993"/>
                  <a:pt x="132969" y="75438"/>
                  <a:pt x="132080" y="79629"/>
                </a:cubicBezTo>
                <a:cubicBezTo>
                  <a:pt x="131191" y="83820"/>
                  <a:pt x="129921" y="88138"/>
                  <a:pt x="128270" y="92075"/>
                </a:cubicBezTo>
                <a:cubicBezTo>
                  <a:pt x="126619" y="96012"/>
                  <a:pt x="124587" y="99949"/>
                  <a:pt x="122047" y="103632"/>
                </a:cubicBezTo>
                <a:cubicBezTo>
                  <a:pt x="119507" y="107315"/>
                  <a:pt x="116840" y="110617"/>
                  <a:pt x="113792" y="113792"/>
                </a:cubicBezTo>
                <a:cubicBezTo>
                  <a:pt x="110744" y="116967"/>
                  <a:pt x="107315" y="119634"/>
                  <a:pt x="103632" y="122047"/>
                </a:cubicBezTo>
                <a:cubicBezTo>
                  <a:pt x="99949" y="124460"/>
                  <a:pt x="96139" y="126492"/>
                  <a:pt x="92075" y="128270"/>
                </a:cubicBezTo>
                <a:cubicBezTo>
                  <a:pt x="88011" y="130048"/>
                  <a:pt x="83820" y="131191"/>
                  <a:pt x="79629" y="132080"/>
                </a:cubicBezTo>
                <a:cubicBezTo>
                  <a:pt x="75438" y="132969"/>
                  <a:pt x="70993" y="133350"/>
                  <a:pt x="66675" y="133350"/>
                </a:cubicBezTo>
                <a:cubicBezTo>
                  <a:pt x="62357" y="133350"/>
                  <a:pt x="57912" y="132969"/>
                  <a:pt x="53721" y="132080"/>
                </a:cubicBezTo>
                <a:cubicBezTo>
                  <a:pt x="49530" y="131191"/>
                  <a:pt x="45212" y="129921"/>
                  <a:pt x="41275" y="128270"/>
                </a:cubicBezTo>
                <a:cubicBezTo>
                  <a:pt x="37338" y="126619"/>
                  <a:pt x="33401" y="124587"/>
                  <a:pt x="29718" y="122047"/>
                </a:cubicBezTo>
                <a:cubicBezTo>
                  <a:pt x="26035" y="119507"/>
                  <a:pt x="22733" y="116840"/>
                  <a:pt x="19558" y="113792"/>
                </a:cubicBezTo>
                <a:cubicBezTo>
                  <a:pt x="16383" y="110744"/>
                  <a:pt x="13716" y="107315"/>
                  <a:pt x="11303" y="103632"/>
                </a:cubicBezTo>
                <a:cubicBezTo>
                  <a:pt x="8890" y="99949"/>
                  <a:pt x="6731" y="96266"/>
                  <a:pt x="5080" y="92202"/>
                </a:cubicBezTo>
                <a:cubicBezTo>
                  <a:pt x="3429" y="88138"/>
                  <a:pt x="2159" y="83947"/>
                  <a:pt x="1270" y="79629"/>
                </a:cubicBezTo>
                <a:cubicBezTo>
                  <a:pt x="381" y="75311"/>
                  <a:pt x="0" y="70993"/>
                  <a:pt x="0" y="66675"/>
                </a:cubicBezTo>
                <a:cubicBezTo>
                  <a:pt x="0" y="62357"/>
                  <a:pt x="381" y="57912"/>
                  <a:pt x="1270" y="53721"/>
                </a:cubicBezTo>
                <a:cubicBezTo>
                  <a:pt x="2159" y="49530"/>
                  <a:pt x="3429" y="45212"/>
                  <a:pt x="5080" y="41275"/>
                </a:cubicBezTo>
                <a:cubicBezTo>
                  <a:pt x="6731" y="37338"/>
                  <a:pt x="8763" y="33401"/>
                  <a:pt x="11303" y="29718"/>
                </a:cubicBezTo>
                <a:cubicBezTo>
                  <a:pt x="13843" y="26035"/>
                  <a:pt x="16510" y="22733"/>
                  <a:pt x="19558" y="19558"/>
                </a:cubicBezTo>
                <a:cubicBezTo>
                  <a:pt x="22606" y="16383"/>
                  <a:pt x="26035" y="13716"/>
                  <a:pt x="29718" y="11303"/>
                </a:cubicBezTo>
                <a:cubicBezTo>
                  <a:pt x="33401" y="8890"/>
                  <a:pt x="37211" y="6858"/>
                  <a:pt x="41275" y="5080"/>
                </a:cubicBezTo>
                <a:cubicBezTo>
                  <a:pt x="45339" y="3302"/>
                  <a:pt x="49530" y="2159"/>
                  <a:pt x="53721" y="1270"/>
                </a:cubicBezTo>
                <a:cubicBezTo>
                  <a:pt x="57912" y="381"/>
                  <a:pt x="62357" y="0"/>
                  <a:pt x="66675" y="0"/>
                </a:cubicBezTo>
                <a:cubicBezTo>
                  <a:pt x="70993" y="0"/>
                  <a:pt x="75438" y="381"/>
                  <a:pt x="79629" y="1270"/>
                </a:cubicBezTo>
                <a:cubicBezTo>
                  <a:pt x="83820" y="2159"/>
                  <a:pt x="88138" y="3429"/>
                  <a:pt x="92075" y="5080"/>
                </a:cubicBezTo>
                <a:cubicBezTo>
                  <a:pt x="96012" y="6731"/>
                  <a:pt x="99949" y="8763"/>
                  <a:pt x="103632" y="11303"/>
                </a:cubicBezTo>
                <a:cubicBezTo>
                  <a:pt x="107315" y="13843"/>
                  <a:pt x="110617" y="16510"/>
                  <a:pt x="113792" y="19558"/>
                </a:cubicBezTo>
                <a:cubicBezTo>
                  <a:pt x="116967" y="22606"/>
                  <a:pt x="119634" y="26035"/>
                  <a:pt x="122047" y="29718"/>
                </a:cubicBezTo>
                <a:cubicBezTo>
                  <a:pt x="124460" y="33401"/>
                  <a:pt x="126492" y="37211"/>
                  <a:pt x="128270" y="41275"/>
                </a:cubicBezTo>
                <a:cubicBezTo>
                  <a:pt x="130048" y="45339"/>
                  <a:pt x="131191" y="49530"/>
                  <a:pt x="132080" y="53721"/>
                </a:cubicBezTo>
                <a:cubicBezTo>
                  <a:pt x="132969" y="57912"/>
                  <a:pt x="133350" y="62357"/>
                  <a:pt x="133350" y="66675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" name="Google Shape;240;p7"/>
          <p:cNvGrpSpPr/>
          <p:nvPr/>
        </p:nvGrpSpPr>
        <p:grpSpPr>
          <a:xfrm>
            <a:off x="1574746" y="5908516"/>
            <a:ext cx="3313179" cy="3457572"/>
            <a:chOff x="63500" y="63500"/>
            <a:chExt cx="3313176" cy="3457575"/>
          </a:xfrm>
        </p:grpSpPr>
        <p:sp>
          <p:nvSpPr>
            <p:cNvPr id="241" name="Google Shape;241;p7"/>
            <p:cNvSpPr/>
            <p:nvPr/>
          </p:nvSpPr>
          <p:spPr>
            <a:xfrm>
              <a:off x="65151" y="63500"/>
              <a:ext cx="3311525" cy="3457575"/>
            </a:xfrm>
            <a:custGeom>
              <a:rect b="b" l="l" r="r" t="t"/>
              <a:pathLst>
                <a:path extrusionOk="0" h="3457575" w="3311525">
                  <a:moveTo>
                    <a:pt x="1630807" y="0"/>
                  </a:moveTo>
                  <a:cubicBezTo>
                    <a:pt x="1628521" y="381"/>
                    <a:pt x="1626362" y="762"/>
                    <a:pt x="1624076" y="1270"/>
                  </a:cubicBezTo>
                  <a:cubicBezTo>
                    <a:pt x="1614424" y="3302"/>
                    <a:pt x="1605026" y="6350"/>
                    <a:pt x="1596009" y="10287"/>
                  </a:cubicBezTo>
                  <a:cubicBezTo>
                    <a:pt x="1586992" y="14224"/>
                    <a:pt x="1578356" y="18923"/>
                    <a:pt x="1570228" y="24511"/>
                  </a:cubicBezTo>
                  <a:cubicBezTo>
                    <a:pt x="1562100" y="30099"/>
                    <a:pt x="1554607" y="36449"/>
                    <a:pt x="1547749" y="43561"/>
                  </a:cubicBezTo>
                  <a:cubicBezTo>
                    <a:pt x="1540891" y="50673"/>
                    <a:pt x="1534795" y="58293"/>
                    <a:pt x="1529334" y="66548"/>
                  </a:cubicBezTo>
                  <a:cubicBezTo>
                    <a:pt x="1523873" y="74803"/>
                    <a:pt x="1519428" y="83566"/>
                    <a:pt x="1515872" y="92710"/>
                  </a:cubicBezTo>
                  <a:cubicBezTo>
                    <a:pt x="1512316" y="101854"/>
                    <a:pt x="1509522" y="111252"/>
                    <a:pt x="1507744" y="121031"/>
                  </a:cubicBezTo>
                  <a:cubicBezTo>
                    <a:pt x="1505966" y="130810"/>
                    <a:pt x="1505077" y="140462"/>
                    <a:pt x="1505204" y="150368"/>
                  </a:cubicBezTo>
                  <a:lnTo>
                    <a:pt x="1505204" y="1653667"/>
                  </a:lnTo>
                  <a:lnTo>
                    <a:pt x="1053592" y="1653667"/>
                  </a:lnTo>
                  <a:cubicBezTo>
                    <a:pt x="1043686" y="1653667"/>
                    <a:pt x="1033907" y="1654683"/>
                    <a:pt x="1024255" y="1656588"/>
                  </a:cubicBezTo>
                  <a:cubicBezTo>
                    <a:pt x="1014603" y="1658493"/>
                    <a:pt x="1005205" y="1661414"/>
                    <a:pt x="996061" y="1665097"/>
                  </a:cubicBezTo>
                  <a:cubicBezTo>
                    <a:pt x="986917" y="1668780"/>
                    <a:pt x="978281" y="1673479"/>
                    <a:pt x="970026" y="1678940"/>
                  </a:cubicBezTo>
                  <a:cubicBezTo>
                    <a:pt x="961771" y="1684401"/>
                    <a:pt x="954151" y="1690624"/>
                    <a:pt x="947166" y="1697609"/>
                  </a:cubicBezTo>
                  <a:cubicBezTo>
                    <a:pt x="940181" y="1704594"/>
                    <a:pt x="933958" y="1712214"/>
                    <a:pt x="928497" y="1720342"/>
                  </a:cubicBezTo>
                  <a:cubicBezTo>
                    <a:pt x="923036" y="1728470"/>
                    <a:pt x="918337" y="1737233"/>
                    <a:pt x="914527" y="1746377"/>
                  </a:cubicBezTo>
                  <a:cubicBezTo>
                    <a:pt x="910717" y="1755521"/>
                    <a:pt x="907923" y="1764919"/>
                    <a:pt x="906018" y="1774571"/>
                  </a:cubicBezTo>
                  <a:cubicBezTo>
                    <a:pt x="904113" y="1784223"/>
                    <a:pt x="903097" y="1794002"/>
                    <a:pt x="903097" y="1803908"/>
                  </a:cubicBezTo>
                  <a:cubicBezTo>
                    <a:pt x="903097" y="1824736"/>
                    <a:pt x="907288" y="1844675"/>
                    <a:pt x="915670" y="1863725"/>
                  </a:cubicBezTo>
                  <a:cubicBezTo>
                    <a:pt x="924052" y="1882775"/>
                    <a:pt x="935736" y="1899412"/>
                    <a:pt x="951103" y="1913636"/>
                  </a:cubicBezTo>
                  <a:lnTo>
                    <a:pt x="1536065" y="2498217"/>
                  </a:lnTo>
                  <a:cubicBezTo>
                    <a:pt x="1539621" y="2502789"/>
                    <a:pt x="1543304" y="2507234"/>
                    <a:pt x="1547368" y="2511298"/>
                  </a:cubicBezTo>
                  <a:cubicBezTo>
                    <a:pt x="1551432" y="2515362"/>
                    <a:pt x="1555623" y="2519426"/>
                    <a:pt x="1560068" y="2522982"/>
                  </a:cubicBezTo>
                  <a:cubicBezTo>
                    <a:pt x="1564513" y="2526538"/>
                    <a:pt x="1569212" y="2530094"/>
                    <a:pt x="1574038" y="2533142"/>
                  </a:cubicBezTo>
                  <a:cubicBezTo>
                    <a:pt x="1578864" y="2536190"/>
                    <a:pt x="1583944" y="2539111"/>
                    <a:pt x="1589151" y="2541651"/>
                  </a:cubicBezTo>
                  <a:cubicBezTo>
                    <a:pt x="1594358" y="2544191"/>
                    <a:pt x="1599692" y="2546477"/>
                    <a:pt x="1605026" y="2548382"/>
                  </a:cubicBezTo>
                  <a:cubicBezTo>
                    <a:pt x="1610360" y="2550287"/>
                    <a:pt x="1615948" y="2551938"/>
                    <a:pt x="1621663" y="2553208"/>
                  </a:cubicBezTo>
                  <a:cubicBezTo>
                    <a:pt x="1627378" y="2554478"/>
                    <a:pt x="1632966" y="2555494"/>
                    <a:pt x="1638681" y="2556129"/>
                  </a:cubicBezTo>
                  <a:cubicBezTo>
                    <a:pt x="1644396" y="2556764"/>
                    <a:pt x="1650111" y="2557145"/>
                    <a:pt x="1655826" y="2557145"/>
                  </a:cubicBezTo>
                  <a:cubicBezTo>
                    <a:pt x="1655826" y="2557145"/>
                    <a:pt x="1655953" y="2557145"/>
                    <a:pt x="1655953" y="2557145"/>
                  </a:cubicBezTo>
                  <a:cubicBezTo>
                    <a:pt x="1661795" y="2557145"/>
                    <a:pt x="1667510" y="2556764"/>
                    <a:pt x="1673225" y="2556129"/>
                  </a:cubicBezTo>
                  <a:cubicBezTo>
                    <a:pt x="1678940" y="2555494"/>
                    <a:pt x="1684655" y="2554478"/>
                    <a:pt x="1690243" y="2553081"/>
                  </a:cubicBezTo>
                  <a:cubicBezTo>
                    <a:pt x="1695831" y="2551684"/>
                    <a:pt x="1701419" y="2550160"/>
                    <a:pt x="1706880" y="2548128"/>
                  </a:cubicBezTo>
                  <a:cubicBezTo>
                    <a:pt x="1712341" y="2546096"/>
                    <a:pt x="1717675" y="2543937"/>
                    <a:pt x="1722755" y="2541397"/>
                  </a:cubicBezTo>
                  <a:cubicBezTo>
                    <a:pt x="1727835" y="2538857"/>
                    <a:pt x="1732915" y="2535936"/>
                    <a:pt x="1737741" y="2532761"/>
                  </a:cubicBezTo>
                  <a:cubicBezTo>
                    <a:pt x="1742567" y="2529586"/>
                    <a:pt x="1747266" y="2526157"/>
                    <a:pt x="1751711" y="2522474"/>
                  </a:cubicBezTo>
                  <a:cubicBezTo>
                    <a:pt x="1756156" y="2518791"/>
                    <a:pt x="1760347" y="2514854"/>
                    <a:pt x="1764411" y="2510663"/>
                  </a:cubicBezTo>
                  <a:cubicBezTo>
                    <a:pt x="1768475" y="2506472"/>
                    <a:pt x="1772158" y="2502154"/>
                    <a:pt x="1775587" y="2497455"/>
                  </a:cubicBezTo>
                  <a:lnTo>
                    <a:pt x="2360295" y="1913128"/>
                  </a:lnTo>
                  <a:lnTo>
                    <a:pt x="2360549" y="1912874"/>
                  </a:lnTo>
                  <a:cubicBezTo>
                    <a:pt x="2375662" y="1898650"/>
                    <a:pt x="2387473" y="1882013"/>
                    <a:pt x="2395728" y="1863090"/>
                  </a:cubicBezTo>
                  <a:cubicBezTo>
                    <a:pt x="2403983" y="1844167"/>
                    <a:pt x="2408174" y="1824101"/>
                    <a:pt x="2408174" y="1803400"/>
                  </a:cubicBezTo>
                  <a:cubicBezTo>
                    <a:pt x="2408174" y="1793494"/>
                    <a:pt x="2407158" y="1783715"/>
                    <a:pt x="2405253" y="1774063"/>
                  </a:cubicBezTo>
                  <a:cubicBezTo>
                    <a:pt x="2403348" y="1764411"/>
                    <a:pt x="2400427" y="1755013"/>
                    <a:pt x="2396744" y="1745869"/>
                  </a:cubicBezTo>
                  <a:cubicBezTo>
                    <a:pt x="2393061" y="1736725"/>
                    <a:pt x="2388362" y="1728089"/>
                    <a:pt x="2382774" y="1719834"/>
                  </a:cubicBezTo>
                  <a:cubicBezTo>
                    <a:pt x="2377186" y="1711579"/>
                    <a:pt x="2371090" y="1704086"/>
                    <a:pt x="2364105" y="1697101"/>
                  </a:cubicBezTo>
                  <a:cubicBezTo>
                    <a:pt x="2357120" y="1690116"/>
                    <a:pt x="2349500" y="1683893"/>
                    <a:pt x="2341245" y="1678432"/>
                  </a:cubicBezTo>
                  <a:cubicBezTo>
                    <a:pt x="2332990" y="1672971"/>
                    <a:pt x="2324354" y="1668272"/>
                    <a:pt x="2315210" y="1664589"/>
                  </a:cubicBezTo>
                  <a:cubicBezTo>
                    <a:pt x="2306066" y="1660906"/>
                    <a:pt x="2296668" y="1657985"/>
                    <a:pt x="2287016" y="1656080"/>
                  </a:cubicBezTo>
                  <a:cubicBezTo>
                    <a:pt x="2277364" y="1654175"/>
                    <a:pt x="2267585" y="1653159"/>
                    <a:pt x="2257679" y="1653159"/>
                  </a:cubicBezTo>
                  <a:lnTo>
                    <a:pt x="1806194" y="1653159"/>
                  </a:lnTo>
                  <a:lnTo>
                    <a:pt x="1806194" y="150368"/>
                  </a:lnTo>
                  <a:cubicBezTo>
                    <a:pt x="1806321" y="140335"/>
                    <a:pt x="1805432" y="130302"/>
                    <a:pt x="1803654" y="120396"/>
                  </a:cubicBezTo>
                  <a:cubicBezTo>
                    <a:pt x="1801876" y="110490"/>
                    <a:pt x="1798955" y="100965"/>
                    <a:pt x="1795145" y="91567"/>
                  </a:cubicBezTo>
                  <a:cubicBezTo>
                    <a:pt x="1791335" y="82169"/>
                    <a:pt x="1786636" y="73406"/>
                    <a:pt x="1781048" y="65024"/>
                  </a:cubicBezTo>
                  <a:cubicBezTo>
                    <a:pt x="1775460" y="56642"/>
                    <a:pt x="1769110" y="48895"/>
                    <a:pt x="1761998" y="41783"/>
                  </a:cubicBezTo>
                  <a:cubicBezTo>
                    <a:pt x="1754886" y="34671"/>
                    <a:pt x="1747139" y="28321"/>
                    <a:pt x="1738757" y="22860"/>
                  </a:cubicBezTo>
                  <a:cubicBezTo>
                    <a:pt x="1730375" y="17399"/>
                    <a:pt x="1721485" y="12700"/>
                    <a:pt x="1712214" y="8890"/>
                  </a:cubicBezTo>
                  <a:cubicBezTo>
                    <a:pt x="1702943" y="5080"/>
                    <a:pt x="1693291" y="2286"/>
                    <a:pt x="1683385" y="508"/>
                  </a:cubicBezTo>
                  <a:cubicBezTo>
                    <a:pt x="1682496" y="381"/>
                    <a:pt x="1681607" y="127"/>
                    <a:pt x="1680718" y="0"/>
                  </a:cubicBezTo>
                  <a:close/>
                  <a:moveTo>
                    <a:pt x="3160776" y="1501140"/>
                  </a:moveTo>
                  <a:cubicBezTo>
                    <a:pt x="3150743" y="1501140"/>
                    <a:pt x="3140964" y="1502156"/>
                    <a:pt x="3131185" y="1504061"/>
                  </a:cubicBezTo>
                  <a:cubicBezTo>
                    <a:pt x="3121406" y="1505966"/>
                    <a:pt x="3111881" y="1508887"/>
                    <a:pt x="3102737" y="1512824"/>
                  </a:cubicBezTo>
                  <a:cubicBezTo>
                    <a:pt x="3093593" y="1516761"/>
                    <a:pt x="3084830" y="1521333"/>
                    <a:pt x="3076575" y="1526921"/>
                  </a:cubicBezTo>
                  <a:cubicBezTo>
                    <a:pt x="3068320" y="1532509"/>
                    <a:pt x="3060700" y="1538859"/>
                    <a:pt x="3053715" y="1545971"/>
                  </a:cubicBezTo>
                  <a:cubicBezTo>
                    <a:pt x="3046730" y="1553083"/>
                    <a:pt x="3040507" y="1560830"/>
                    <a:pt x="3035046" y="1569085"/>
                  </a:cubicBezTo>
                  <a:cubicBezTo>
                    <a:pt x="3029585" y="1577340"/>
                    <a:pt x="3025013" y="1586230"/>
                    <a:pt x="3021330" y="1595501"/>
                  </a:cubicBezTo>
                  <a:cubicBezTo>
                    <a:pt x="3017647" y="1604772"/>
                    <a:pt x="3014853" y="1614297"/>
                    <a:pt x="3013075" y="1624076"/>
                  </a:cubicBezTo>
                  <a:cubicBezTo>
                    <a:pt x="3011297" y="1633855"/>
                    <a:pt x="3010408" y="1643761"/>
                    <a:pt x="3010535" y="1653667"/>
                  </a:cubicBezTo>
                  <a:lnTo>
                    <a:pt x="3010535" y="3156966"/>
                  </a:lnTo>
                  <a:lnTo>
                    <a:pt x="301117" y="3156966"/>
                  </a:lnTo>
                  <a:lnTo>
                    <a:pt x="301117" y="1653667"/>
                  </a:lnTo>
                  <a:cubicBezTo>
                    <a:pt x="301244" y="1643634"/>
                    <a:pt x="300355" y="1633601"/>
                    <a:pt x="298577" y="1623695"/>
                  </a:cubicBezTo>
                  <a:cubicBezTo>
                    <a:pt x="296799" y="1613789"/>
                    <a:pt x="293878" y="1604264"/>
                    <a:pt x="290068" y="1594866"/>
                  </a:cubicBezTo>
                  <a:cubicBezTo>
                    <a:pt x="286258" y="1585468"/>
                    <a:pt x="281559" y="1576705"/>
                    <a:pt x="275971" y="1568323"/>
                  </a:cubicBezTo>
                  <a:cubicBezTo>
                    <a:pt x="270383" y="1559941"/>
                    <a:pt x="264033" y="1552194"/>
                    <a:pt x="256921" y="1545082"/>
                  </a:cubicBezTo>
                  <a:cubicBezTo>
                    <a:pt x="249809" y="1537970"/>
                    <a:pt x="242062" y="1531620"/>
                    <a:pt x="233680" y="1526159"/>
                  </a:cubicBezTo>
                  <a:cubicBezTo>
                    <a:pt x="225298" y="1520698"/>
                    <a:pt x="216408" y="1515999"/>
                    <a:pt x="207137" y="1512189"/>
                  </a:cubicBezTo>
                  <a:cubicBezTo>
                    <a:pt x="197866" y="1508379"/>
                    <a:pt x="188214" y="1505585"/>
                    <a:pt x="178308" y="1503807"/>
                  </a:cubicBezTo>
                  <a:cubicBezTo>
                    <a:pt x="169164" y="1502156"/>
                    <a:pt x="160020" y="1501267"/>
                    <a:pt x="150749" y="1501267"/>
                  </a:cubicBezTo>
                  <a:cubicBezTo>
                    <a:pt x="149987" y="1501267"/>
                    <a:pt x="149225" y="1501267"/>
                    <a:pt x="148336" y="1501267"/>
                  </a:cubicBezTo>
                  <a:cubicBezTo>
                    <a:pt x="138430" y="1501394"/>
                    <a:pt x="128651" y="1502537"/>
                    <a:pt x="118999" y="1504569"/>
                  </a:cubicBezTo>
                  <a:cubicBezTo>
                    <a:pt x="109347" y="1506601"/>
                    <a:pt x="99949" y="1509649"/>
                    <a:pt x="90932" y="1513586"/>
                  </a:cubicBezTo>
                  <a:cubicBezTo>
                    <a:pt x="81915" y="1517523"/>
                    <a:pt x="73279" y="1522222"/>
                    <a:pt x="65151" y="1527810"/>
                  </a:cubicBezTo>
                  <a:cubicBezTo>
                    <a:pt x="57023" y="1533398"/>
                    <a:pt x="49530" y="1539748"/>
                    <a:pt x="42672" y="1546860"/>
                  </a:cubicBezTo>
                  <a:cubicBezTo>
                    <a:pt x="35814" y="1553972"/>
                    <a:pt x="29718" y="1561592"/>
                    <a:pt x="24257" y="1569847"/>
                  </a:cubicBezTo>
                  <a:cubicBezTo>
                    <a:pt x="18796" y="1578102"/>
                    <a:pt x="14351" y="1586865"/>
                    <a:pt x="10795" y="1596009"/>
                  </a:cubicBezTo>
                  <a:cubicBezTo>
                    <a:pt x="7239" y="1605153"/>
                    <a:pt x="4445" y="1614551"/>
                    <a:pt x="2667" y="1624330"/>
                  </a:cubicBezTo>
                  <a:cubicBezTo>
                    <a:pt x="889" y="1634109"/>
                    <a:pt x="0" y="1643761"/>
                    <a:pt x="127" y="1653667"/>
                  </a:cubicBezTo>
                  <a:lnTo>
                    <a:pt x="127" y="3156966"/>
                  </a:lnTo>
                  <a:cubicBezTo>
                    <a:pt x="127" y="3321177"/>
                    <a:pt x="136398" y="3457448"/>
                    <a:pt x="300863" y="3457575"/>
                  </a:cubicBezTo>
                  <a:lnTo>
                    <a:pt x="3010662" y="3457575"/>
                  </a:lnTo>
                  <a:cubicBezTo>
                    <a:pt x="3175000" y="3457448"/>
                    <a:pt x="3311398" y="3321177"/>
                    <a:pt x="3311398" y="3156966"/>
                  </a:cubicBezTo>
                  <a:lnTo>
                    <a:pt x="3311398" y="1653667"/>
                  </a:lnTo>
                  <a:cubicBezTo>
                    <a:pt x="3311525" y="1643761"/>
                    <a:pt x="3310636" y="1633855"/>
                    <a:pt x="3308858" y="1624076"/>
                  </a:cubicBezTo>
                  <a:cubicBezTo>
                    <a:pt x="3307080" y="1614297"/>
                    <a:pt x="3304286" y="1604772"/>
                    <a:pt x="3300603" y="1595501"/>
                  </a:cubicBezTo>
                  <a:cubicBezTo>
                    <a:pt x="3296920" y="1586230"/>
                    <a:pt x="3292348" y="1577467"/>
                    <a:pt x="3286887" y="1569085"/>
                  </a:cubicBezTo>
                  <a:cubicBezTo>
                    <a:pt x="3281426" y="1560703"/>
                    <a:pt x="3275203" y="1553083"/>
                    <a:pt x="3268218" y="1545971"/>
                  </a:cubicBezTo>
                  <a:cubicBezTo>
                    <a:pt x="3261233" y="1538859"/>
                    <a:pt x="3253613" y="1532509"/>
                    <a:pt x="3245358" y="1526921"/>
                  </a:cubicBezTo>
                  <a:cubicBezTo>
                    <a:pt x="3237103" y="1521333"/>
                    <a:pt x="3228340" y="1516634"/>
                    <a:pt x="3219196" y="1512824"/>
                  </a:cubicBezTo>
                  <a:cubicBezTo>
                    <a:pt x="3210052" y="1509014"/>
                    <a:pt x="3200527" y="1506093"/>
                    <a:pt x="3190748" y="1504061"/>
                  </a:cubicBezTo>
                  <a:cubicBezTo>
                    <a:pt x="3180969" y="1502029"/>
                    <a:pt x="3171063" y="1501140"/>
                    <a:pt x="3161157" y="150114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63500" y="63500"/>
              <a:ext cx="3310255" cy="3457194"/>
            </a:xfrm>
            <a:custGeom>
              <a:rect b="b" l="l" r="r" t="t"/>
              <a:pathLst>
                <a:path extrusionOk="0" h="3457194" w="3310255">
                  <a:moveTo>
                    <a:pt x="0" y="3457194"/>
                  </a:moveTo>
                  <a:lnTo>
                    <a:pt x="3310255" y="3457194"/>
                  </a:lnTo>
                  <a:lnTo>
                    <a:pt x="33102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grpSp>
        <p:nvGrpSpPr>
          <p:cNvPr id="243" name="Google Shape;243;p7"/>
          <p:cNvGrpSpPr/>
          <p:nvPr/>
        </p:nvGrpSpPr>
        <p:grpSpPr>
          <a:xfrm>
            <a:off x="6606232" y="5579732"/>
            <a:ext cx="4167880" cy="4114797"/>
            <a:chOff x="63500" y="63500"/>
            <a:chExt cx="4167886" cy="4114800"/>
          </a:xfrm>
        </p:grpSpPr>
        <p:sp>
          <p:nvSpPr>
            <p:cNvPr id="244" name="Google Shape;244;p7"/>
            <p:cNvSpPr/>
            <p:nvPr/>
          </p:nvSpPr>
          <p:spPr>
            <a:xfrm>
              <a:off x="65151" y="63500"/>
              <a:ext cx="4164457" cy="4114800"/>
            </a:xfrm>
            <a:custGeom>
              <a:rect b="b" l="l" r="r" t="t"/>
              <a:pathLst>
                <a:path extrusionOk="0" h="4114800" w="4164457">
                  <a:moveTo>
                    <a:pt x="1458595" y="774827"/>
                  </a:moveTo>
                  <a:cubicBezTo>
                    <a:pt x="1600835" y="774827"/>
                    <a:pt x="1715770" y="890651"/>
                    <a:pt x="1715770" y="1032002"/>
                  </a:cubicBezTo>
                  <a:cubicBezTo>
                    <a:pt x="1715770" y="1164082"/>
                    <a:pt x="1615567" y="1273683"/>
                    <a:pt x="1486535" y="1287653"/>
                  </a:cubicBezTo>
                  <a:cubicBezTo>
                    <a:pt x="1477264" y="1286891"/>
                    <a:pt x="1467866" y="1286891"/>
                    <a:pt x="1458595" y="1286891"/>
                  </a:cubicBezTo>
                  <a:cubicBezTo>
                    <a:pt x="1449324" y="1286891"/>
                    <a:pt x="1439926" y="1286891"/>
                    <a:pt x="1430655" y="1287653"/>
                  </a:cubicBezTo>
                  <a:cubicBezTo>
                    <a:pt x="1301623" y="1273683"/>
                    <a:pt x="1201420" y="1164844"/>
                    <a:pt x="1201420" y="1032002"/>
                  </a:cubicBezTo>
                  <a:cubicBezTo>
                    <a:pt x="1201420" y="889762"/>
                    <a:pt x="1317244" y="774827"/>
                    <a:pt x="1458595" y="774827"/>
                  </a:cubicBezTo>
                  <a:close/>
                  <a:moveTo>
                    <a:pt x="1488186" y="1460246"/>
                  </a:moveTo>
                  <a:cubicBezTo>
                    <a:pt x="1663827" y="1474978"/>
                    <a:pt x="1802892" y="1622679"/>
                    <a:pt x="1802892" y="1802130"/>
                  </a:cubicBezTo>
                  <a:lnTo>
                    <a:pt x="1802892" y="1973834"/>
                  </a:lnTo>
                  <a:lnTo>
                    <a:pt x="1115949" y="1973834"/>
                  </a:lnTo>
                  <a:lnTo>
                    <a:pt x="1115949" y="1802130"/>
                  </a:lnTo>
                  <a:cubicBezTo>
                    <a:pt x="1115949" y="1622679"/>
                    <a:pt x="1254252" y="1474978"/>
                    <a:pt x="1430655" y="1460246"/>
                  </a:cubicBezTo>
                  <a:cubicBezTo>
                    <a:pt x="1439926" y="1461008"/>
                    <a:pt x="1450086" y="1461008"/>
                    <a:pt x="1459357" y="1461008"/>
                  </a:cubicBezTo>
                  <a:cubicBezTo>
                    <a:pt x="1468628" y="1461008"/>
                    <a:pt x="1478788" y="1460246"/>
                    <a:pt x="1488059" y="1460246"/>
                  </a:cubicBezTo>
                  <a:close/>
                  <a:moveTo>
                    <a:pt x="1458595" y="603123"/>
                  </a:moveTo>
                  <a:cubicBezTo>
                    <a:pt x="1222375" y="603123"/>
                    <a:pt x="1029589" y="795909"/>
                    <a:pt x="1029589" y="1032129"/>
                  </a:cubicBezTo>
                  <a:cubicBezTo>
                    <a:pt x="1029589" y="1165733"/>
                    <a:pt x="1090930" y="1285494"/>
                    <a:pt x="1187323" y="1364742"/>
                  </a:cubicBezTo>
                  <a:cubicBezTo>
                    <a:pt x="1041273" y="1455674"/>
                    <a:pt x="943356" y="1618107"/>
                    <a:pt x="943356" y="1802257"/>
                  </a:cubicBezTo>
                  <a:lnTo>
                    <a:pt x="943356" y="2059432"/>
                  </a:lnTo>
                  <a:cubicBezTo>
                    <a:pt x="943356" y="2106803"/>
                    <a:pt x="981456" y="2144903"/>
                    <a:pt x="1028827" y="2144903"/>
                  </a:cubicBezTo>
                  <a:lnTo>
                    <a:pt x="1888363" y="2144903"/>
                  </a:lnTo>
                  <a:cubicBezTo>
                    <a:pt x="1935734" y="2144903"/>
                    <a:pt x="1973834" y="2106803"/>
                    <a:pt x="1973834" y="2059432"/>
                  </a:cubicBezTo>
                  <a:lnTo>
                    <a:pt x="1973834" y="1802130"/>
                  </a:lnTo>
                  <a:cubicBezTo>
                    <a:pt x="1973834" y="1617980"/>
                    <a:pt x="1875917" y="1455547"/>
                    <a:pt x="1729867" y="1364615"/>
                  </a:cubicBezTo>
                  <a:cubicBezTo>
                    <a:pt x="1826260" y="1286129"/>
                    <a:pt x="1887601" y="1166495"/>
                    <a:pt x="1887601" y="1032002"/>
                  </a:cubicBezTo>
                  <a:cubicBezTo>
                    <a:pt x="1887601" y="795782"/>
                    <a:pt x="1694815" y="602996"/>
                    <a:pt x="1458595" y="602996"/>
                  </a:cubicBezTo>
                  <a:close/>
                  <a:moveTo>
                    <a:pt x="1458595" y="515366"/>
                  </a:moveTo>
                  <a:cubicBezTo>
                    <a:pt x="1978533" y="515366"/>
                    <a:pt x="2402840" y="938911"/>
                    <a:pt x="2402840" y="1459611"/>
                  </a:cubicBezTo>
                  <a:cubicBezTo>
                    <a:pt x="2402840" y="1980311"/>
                    <a:pt x="1979295" y="2402967"/>
                    <a:pt x="1458595" y="2402967"/>
                  </a:cubicBezTo>
                  <a:cubicBezTo>
                    <a:pt x="937895" y="2402967"/>
                    <a:pt x="514350" y="1979422"/>
                    <a:pt x="514350" y="1458722"/>
                  </a:cubicBezTo>
                  <a:cubicBezTo>
                    <a:pt x="514350" y="938022"/>
                    <a:pt x="938657" y="515366"/>
                    <a:pt x="1458595" y="515366"/>
                  </a:cubicBezTo>
                  <a:close/>
                  <a:moveTo>
                    <a:pt x="1458595" y="343662"/>
                  </a:moveTo>
                  <a:cubicBezTo>
                    <a:pt x="843153" y="343662"/>
                    <a:pt x="342646" y="844169"/>
                    <a:pt x="342646" y="1459611"/>
                  </a:cubicBezTo>
                  <a:cubicBezTo>
                    <a:pt x="342646" y="2075053"/>
                    <a:pt x="843153" y="2575560"/>
                    <a:pt x="1458595" y="2575560"/>
                  </a:cubicBezTo>
                  <a:cubicBezTo>
                    <a:pt x="2074037" y="2575560"/>
                    <a:pt x="2574544" y="2075053"/>
                    <a:pt x="2574544" y="1459611"/>
                  </a:cubicBezTo>
                  <a:cubicBezTo>
                    <a:pt x="2574544" y="844169"/>
                    <a:pt x="2074037" y="343662"/>
                    <a:pt x="1458595" y="343662"/>
                  </a:cubicBezTo>
                  <a:close/>
                  <a:moveTo>
                    <a:pt x="2555875" y="2419350"/>
                  </a:moveTo>
                  <a:lnTo>
                    <a:pt x="2641346" y="2504821"/>
                  </a:lnTo>
                  <a:cubicBezTo>
                    <a:pt x="2614168" y="2518791"/>
                    <a:pt x="2578354" y="2541397"/>
                    <a:pt x="2542667" y="2577084"/>
                  </a:cubicBezTo>
                  <a:cubicBezTo>
                    <a:pt x="2502281" y="2616708"/>
                    <a:pt x="2477389" y="2656332"/>
                    <a:pt x="2462657" y="2685161"/>
                  </a:cubicBezTo>
                  <a:cubicBezTo>
                    <a:pt x="2433066" y="2655570"/>
                    <a:pt x="2402840" y="2625344"/>
                    <a:pt x="2373249" y="2594991"/>
                  </a:cubicBezTo>
                  <a:cubicBezTo>
                    <a:pt x="2439289" y="2542159"/>
                    <a:pt x="2499868" y="2483104"/>
                    <a:pt x="2555875" y="2419350"/>
                  </a:cubicBezTo>
                  <a:close/>
                  <a:moveTo>
                    <a:pt x="1458595" y="171704"/>
                  </a:moveTo>
                  <a:cubicBezTo>
                    <a:pt x="2168144" y="171704"/>
                    <a:pt x="2745486" y="749046"/>
                    <a:pt x="2745486" y="1458595"/>
                  </a:cubicBezTo>
                  <a:cubicBezTo>
                    <a:pt x="2745486" y="2168144"/>
                    <a:pt x="2168144" y="2745486"/>
                    <a:pt x="1458595" y="2745486"/>
                  </a:cubicBezTo>
                  <a:cubicBezTo>
                    <a:pt x="1458087" y="2745486"/>
                    <a:pt x="1457579" y="2745486"/>
                    <a:pt x="1457198" y="2745486"/>
                  </a:cubicBezTo>
                  <a:cubicBezTo>
                    <a:pt x="748411" y="2745486"/>
                    <a:pt x="171704" y="2168398"/>
                    <a:pt x="171704" y="1458595"/>
                  </a:cubicBezTo>
                  <a:cubicBezTo>
                    <a:pt x="171704" y="749046"/>
                    <a:pt x="749046" y="171704"/>
                    <a:pt x="1458595" y="171704"/>
                  </a:cubicBezTo>
                  <a:close/>
                  <a:moveTo>
                    <a:pt x="2943225" y="2599182"/>
                  </a:moveTo>
                  <a:cubicBezTo>
                    <a:pt x="3030347" y="2599182"/>
                    <a:pt x="3105785" y="2627122"/>
                    <a:pt x="3158109" y="2679446"/>
                  </a:cubicBezTo>
                  <a:lnTo>
                    <a:pt x="3844290" y="3365627"/>
                  </a:lnTo>
                  <a:cubicBezTo>
                    <a:pt x="3976370" y="3496945"/>
                    <a:pt x="3976370" y="3712210"/>
                    <a:pt x="3844290" y="3844290"/>
                  </a:cubicBezTo>
                  <a:cubicBezTo>
                    <a:pt x="3778250" y="3910330"/>
                    <a:pt x="3691382" y="3943350"/>
                    <a:pt x="3604514" y="3943350"/>
                  </a:cubicBezTo>
                  <a:cubicBezTo>
                    <a:pt x="3517646" y="3943350"/>
                    <a:pt x="3430778" y="3910330"/>
                    <a:pt x="3364738" y="3844290"/>
                  </a:cubicBezTo>
                  <a:lnTo>
                    <a:pt x="2678557" y="3158109"/>
                  </a:lnTo>
                  <a:cubicBezTo>
                    <a:pt x="2675509" y="3155061"/>
                    <a:pt x="2672334" y="3151886"/>
                    <a:pt x="2669286" y="3148838"/>
                  </a:cubicBezTo>
                  <a:cubicBezTo>
                    <a:pt x="2498344" y="2963926"/>
                    <a:pt x="2600960" y="2665476"/>
                    <a:pt x="2846451" y="2610358"/>
                  </a:cubicBezTo>
                  <a:cubicBezTo>
                    <a:pt x="2865882" y="2605659"/>
                    <a:pt x="2885313" y="2602611"/>
                    <a:pt x="2904744" y="2601087"/>
                  </a:cubicBezTo>
                  <a:cubicBezTo>
                    <a:pt x="2917825" y="2599944"/>
                    <a:pt x="2930652" y="2599309"/>
                    <a:pt x="2943225" y="2599309"/>
                  </a:cubicBezTo>
                  <a:close/>
                  <a:moveTo>
                    <a:pt x="1458595" y="0"/>
                  </a:moveTo>
                  <a:cubicBezTo>
                    <a:pt x="653542" y="0"/>
                    <a:pt x="0" y="654304"/>
                    <a:pt x="0" y="1458595"/>
                  </a:cubicBezTo>
                  <a:cubicBezTo>
                    <a:pt x="0" y="2262886"/>
                    <a:pt x="654304" y="2917317"/>
                    <a:pt x="1458595" y="2917317"/>
                  </a:cubicBezTo>
                  <a:cubicBezTo>
                    <a:pt x="1742186" y="2917317"/>
                    <a:pt x="2007235" y="2835783"/>
                    <a:pt x="2231009" y="2695829"/>
                  </a:cubicBezTo>
                  <a:lnTo>
                    <a:pt x="2408936" y="2873756"/>
                  </a:lnTo>
                  <a:cubicBezTo>
                    <a:pt x="2407412" y="2888488"/>
                    <a:pt x="2407412" y="2903347"/>
                    <a:pt x="2407412" y="2918079"/>
                  </a:cubicBezTo>
                  <a:cubicBezTo>
                    <a:pt x="2407412" y="3054096"/>
                    <a:pt x="2460244" y="3182239"/>
                    <a:pt x="2556637" y="3279394"/>
                  </a:cubicBezTo>
                  <a:lnTo>
                    <a:pt x="3242818" y="3965575"/>
                  </a:lnTo>
                  <a:cubicBezTo>
                    <a:pt x="3342132" y="4064889"/>
                    <a:pt x="3472434" y="4114673"/>
                    <a:pt x="3603625" y="4114800"/>
                  </a:cubicBezTo>
                  <a:lnTo>
                    <a:pt x="3604768" y="4114800"/>
                  </a:lnTo>
                  <a:cubicBezTo>
                    <a:pt x="3735959" y="4114673"/>
                    <a:pt x="3866261" y="4064889"/>
                    <a:pt x="3965575" y="3965575"/>
                  </a:cubicBezTo>
                  <a:cubicBezTo>
                    <a:pt x="4164457" y="3766693"/>
                    <a:pt x="4164457" y="3442589"/>
                    <a:pt x="3965575" y="3243580"/>
                  </a:cubicBezTo>
                  <a:lnTo>
                    <a:pt x="3278632" y="2556637"/>
                  </a:lnTo>
                  <a:cubicBezTo>
                    <a:pt x="3188208" y="2466213"/>
                    <a:pt x="3067050" y="2426843"/>
                    <a:pt x="2943352" y="2426843"/>
                  </a:cubicBezTo>
                  <a:cubicBezTo>
                    <a:pt x="2901188" y="2426843"/>
                    <a:pt x="2858770" y="2431415"/>
                    <a:pt x="2816987" y="2440051"/>
                  </a:cubicBezTo>
                  <a:cubicBezTo>
                    <a:pt x="2813939" y="2435352"/>
                    <a:pt x="2810764" y="2431542"/>
                    <a:pt x="2806827" y="2427605"/>
                  </a:cubicBezTo>
                  <a:lnTo>
                    <a:pt x="2662301" y="2283079"/>
                  </a:lnTo>
                  <a:cubicBezTo>
                    <a:pt x="2823972" y="2048383"/>
                    <a:pt x="2917952" y="1764792"/>
                    <a:pt x="2917952" y="1458595"/>
                  </a:cubicBezTo>
                  <a:cubicBezTo>
                    <a:pt x="2918079" y="654304"/>
                    <a:pt x="2263648" y="0"/>
                    <a:pt x="14585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63500" y="63500"/>
              <a:ext cx="4167886" cy="4114800"/>
            </a:xfrm>
            <a:custGeom>
              <a:rect b="b" l="l" r="r" t="t"/>
              <a:pathLst>
                <a:path extrusionOk="0" h="4114800" w="4167886">
                  <a:moveTo>
                    <a:pt x="0" y="4114800"/>
                  </a:moveTo>
                  <a:lnTo>
                    <a:pt x="4167886" y="4114800"/>
                  </a:lnTo>
                  <a:lnTo>
                    <a:pt x="41678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grpSp>
        <p:nvGrpSpPr>
          <p:cNvPr id="246" name="Google Shape;246;p7"/>
          <p:cNvGrpSpPr/>
          <p:nvPr/>
        </p:nvGrpSpPr>
        <p:grpSpPr>
          <a:xfrm>
            <a:off x="12498102" y="5579732"/>
            <a:ext cx="4269607" cy="4114797"/>
            <a:chOff x="63500" y="63500"/>
            <a:chExt cx="4269613" cy="4114800"/>
          </a:xfrm>
        </p:grpSpPr>
        <p:sp>
          <p:nvSpPr>
            <p:cNvPr id="247" name="Google Shape;247;p7"/>
            <p:cNvSpPr/>
            <p:nvPr/>
          </p:nvSpPr>
          <p:spPr>
            <a:xfrm>
              <a:off x="217297" y="64644"/>
              <a:ext cx="3925570" cy="3927348"/>
            </a:xfrm>
            <a:custGeom>
              <a:rect b="b" l="l" r="r" t="t"/>
              <a:pathLst>
                <a:path extrusionOk="0" h="3927348" w="3925570">
                  <a:moveTo>
                    <a:pt x="1963674" y="380"/>
                  </a:moveTo>
                  <a:cubicBezTo>
                    <a:pt x="1915541" y="380"/>
                    <a:pt x="1867408" y="2158"/>
                    <a:pt x="1819275" y="5714"/>
                  </a:cubicBezTo>
                  <a:cubicBezTo>
                    <a:pt x="1771142" y="9270"/>
                    <a:pt x="1723390" y="14604"/>
                    <a:pt x="1675638" y="21589"/>
                  </a:cubicBezTo>
                  <a:cubicBezTo>
                    <a:pt x="1627886" y="28574"/>
                    <a:pt x="1580642" y="37464"/>
                    <a:pt x="1533652" y="48005"/>
                  </a:cubicBezTo>
                  <a:cubicBezTo>
                    <a:pt x="1486662" y="58546"/>
                    <a:pt x="1440053" y="70865"/>
                    <a:pt x="1393952" y="84835"/>
                  </a:cubicBezTo>
                  <a:cubicBezTo>
                    <a:pt x="1347851" y="98805"/>
                    <a:pt x="1302258" y="114553"/>
                    <a:pt x="1257300" y="131825"/>
                  </a:cubicBezTo>
                  <a:cubicBezTo>
                    <a:pt x="1212342" y="149097"/>
                    <a:pt x="1168019" y="168147"/>
                    <a:pt x="1124458" y="188721"/>
                  </a:cubicBezTo>
                  <a:cubicBezTo>
                    <a:pt x="1080897" y="209295"/>
                    <a:pt x="1038098" y="231520"/>
                    <a:pt x="996188" y="255269"/>
                  </a:cubicBezTo>
                  <a:cubicBezTo>
                    <a:pt x="954278" y="279018"/>
                    <a:pt x="913257" y="304291"/>
                    <a:pt x="873125" y="331088"/>
                  </a:cubicBezTo>
                  <a:cubicBezTo>
                    <a:pt x="832993" y="357885"/>
                    <a:pt x="794004" y="386079"/>
                    <a:pt x="756031" y="415797"/>
                  </a:cubicBezTo>
                  <a:cubicBezTo>
                    <a:pt x="718058" y="445515"/>
                    <a:pt x="681228" y="476503"/>
                    <a:pt x="645414" y="508888"/>
                  </a:cubicBezTo>
                  <a:cubicBezTo>
                    <a:pt x="609600" y="541273"/>
                    <a:pt x="575183" y="574928"/>
                    <a:pt x="542036" y="609853"/>
                  </a:cubicBezTo>
                  <a:cubicBezTo>
                    <a:pt x="508889" y="644778"/>
                    <a:pt x="476885" y="680846"/>
                    <a:pt x="446278" y="718184"/>
                  </a:cubicBezTo>
                  <a:cubicBezTo>
                    <a:pt x="415671" y="755522"/>
                    <a:pt x="386588" y="793749"/>
                    <a:pt x="358775" y="833246"/>
                  </a:cubicBezTo>
                  <a:cubicBezTo>
                    <a:pt x="330962" y="872743"/>
                    <a:pt x="304800" y="913002"/>
                    <a:pt x="280035" y="954404"/>
                  </a:cubicBezTo>
                  <a:cubicBezTo>
                    <a:pt x="255270" y="995806"/>
                    <a:pt x="232029" y="1037970"/>
                    <a:pt x="210312" y="1081023"/>
                  </a:cubicBezTo>
                  <a:cubicBezTo>
                    <a:pt x="188595" y="1124076"/>
                    <a:pt x="168529" y="1167891"/>
                    <a:pt x="150114" y="1212468"/>
                  </a:cubicBezTo>
                  <a:cubicBezTo>
                    <a:pt x="131699" y="1257045"/>
                    <a:pt x="114935" y="1302130"/>
                    <a:pt x="99822" y="1347977"/>
                  </a:cubicBezTo>
                  <a:cubicBezTo>
                    <a:pt x="84709" y="1393824"/>
                    <a:pt x="71247" y="1440052"/>
                    <a:pt x="59563" y="1486788"/>
                  </a:cubicBezTo>
                  <a:cubicBezTo>
                    <a:pt x="47879" y="1533524"/>
                    <a:pt x="37846" y="1580768"/>
                    <a:pt x="29591" y="1628266"/>
                  </a:cubicBezTo>
                  <a:cubicBezTo>
                    <a:pt x="21336" y="1675764"/>
                    <a:pt x="14859" y="1723516"/>
                    <a:pt x="10160" y="1771522"/>
                  </a:cubicBezTo>
                  <a:cubicBezTo>
                    <a:pt x="5461" y="1819528"/>
                    <a:pt x="2540" y="1867661"/>
                    <a:pt x="1270" y="1915794"/>
                  </a:cubicBezTo>
                  <a:cubicBezTo>
                    <a:pt x="0" y="1963927"/>
                    <a:pt x="635" y="2012187"/>
                    <a:pt x="3048" y="2060320"/>
                  </a:cubicBezTo>
                  <a:cubicBezTo>
                    <a:pt x="5461" y="2108453"/>
                    <a:pt x="9525" y="2156459"/>
                    <a:pt x="15494" y="2204338"/>
                  </a:cubicBezTo>
                  <a:cubicBezTo>
                    <a:pt x="21463" y="2252217"/>
                    <a:pt x="29083" y="2299715"/>
                    <a:pt x="38481" y="2347086"/>
                  </a:cubicBezTo>
                  <a:cubicBezTo>
                    <a:pt x="47879" y="2394457"/>
                    <a:pt x="59055" y="2441320"/>
                    <a:pt x="71882" y="2487802"/>
                  </a:cubicBezTo>
                  <a:cubicBezTo>
                    <a:pt x="84709" y="2534284"/>
                    <a:pt x="99314" y="2580258"/>
                    <a:pt x="115570" y="2625597"/>
                  </a:cubicBezTo>
                  <a:cubicBezTo>
                    <a:pt x="131826" y="2670936"/>
                    <a:pt x="149733" y="2715767"/>
                    <a:pt x="169164" y="2759836"/>
                  </a:cubicBezTo>
                  <a:cubicBezTo>
                    <a:pt x="188595" y="2803905"/>
                    <a:pt x="209804" y="2847212"/>
                    <a:pt x="232537" y="2889757"/>
                  </a:cubicBezTo>
                  <a:cubicBezTo>
                    <a:pt x="255270" y="2932302"/>
                    <a:pt x="279527" y="2973958"/>
                    <a:pt x="305308" y="3014598"/>
                  </a:cubicBezTo>
                  <a:cubicBezTo>
                    <a:pt x="331089" y="3055238"/>
                    <a:pt x="358394" y="3095116"/>
                    <a:pt x="387096" y="3133851"/>
                  </a:cubicBezTo>
                  <a:cubicBezTo>
                    <a:pt x="415798" y="3172586"/>
                    <a:pt x="445897" y="3210178"/>
                    <a:pt x="477393" y="3246754"/>
                  </a:cubicBezTo>
                  <a:cubicBezTo>
                    <a:pt x="508889" y="3283330"/>
                    <a:pt x="541655" y="3318636"/>
                    <a:pt x="575691" y="3352672"/>
                  </a:cubicBezTo>
                  <a:cubicBezTo>
                    <a:pt x="598424" y="3375405"/>
                    <a:pt x="621665" y="3397503"/>
                    <a:pt x="645414" y="3419093"/>
                  </a:cubicBezTo>
                  <a:cubicBezTo>
                    <a:pt x="669163" y="3440684"/>
                    <a:pt x="693547" y="3461638"/>
                    <a:pt x="718312" y="3481959"/>
                  </a:cubicBezTo>
                  <a:cubicBezTo>
                    <a:pt x="743077" y="3502279"/>
                    <a:pt x="768477" y="3522091"/>
                    <a:pt x="794258" y="3541268"/>
                  </a:cubicBezTo>
                  <a:cubicBezTo>
                    <a:pt x="820039" y="3560445"/>
                    <a:pt x="846328" y="3578860"/>
                    <a:pt x="872998" y="3596767"/>
                  </a:cubicBezTo>
                  <a:cubicBezTo>
                    <a:pt x="899668" y="3614674"/>
                    <a:pt x="926846" y="3631819"/>
                    <a:pt x="954405" y="3648329"/>
                  </a:cubicBezTo>
                  <a:cubicBezTo>
                    <a:pt x="981964" y="3664838"/>
                    <a:pt x="1009904" y="3680713"/>
                    <a:pt x="1038225" y="3695826"/>
                  </a:cubicBezTo>
                  <a:cubicBezTo>
                    <a:pt x="1066546" y="3710939"/>
                    <a:pt x="1095248" y="3725417"/>
                    <a:pt x="1124331" y="3739134"/>
                  </a:cubicBezTo>
                  <a:cubicBezTo>
                    <a:pt x="1153414" y="3752850"/>
                    <a:pt x="1182751" y="3765804"/>
                    <a:pt x="1212342" y="3778123"/>
                  </a:cubicBezTo>
                  <a:cubicBezTo>
                    <a:pt x="1241933" y="3790442"/>
                    <a:pt x="1272032" y="3801999"/>
                    <a:pt x="1302258" y="3812794"/>
                  </a:cubicBezTo>
                  <a:cubicBezTo>
                    <a:pt x="1332484" y="3823589"/>
                    <a:pt x="1362964" y="3833622"/>
                    <a:pt x="1393698" y="3843020"/>
                  </a:cubicBezTo>
                  <a:cubicBezTo>
                    <a:pt x="1424432" y="3852418"/>
                    <a:pt x="1455420" y="3860927"/>
                    <a:pt x="1486535" y="3868674"/>
                  </a:cubicBezTo>
                  <a:cubicBezTo>
                    <a:pt x="1517650" y="3876420"/>
                    <a:pt x="1549019" y="3883533"/>
                    <a:pt x="1580515" y="3889756"/>
                  </a:cubicBezTo>
                  <a:cubicBezTo>
                    <a:pt x="1612011" y="3895979"/>
                    <a:pt x="1643634" y="3901440"/>
                    <a:pt x="1675384" y="3906139"/>
                  </a:cubicBezTo>
                  <a:cubicBezTo>
                    <a:pt x="1707134" y="3910838"/>
                    <a:pt x="1739011" y="3914775"/>
                    <a:pt x="1771015" y="3917950"/>
                  </a:cubicBezTo>
                  <a:cubicBezTo>
                    <a:pt x="1803019" y="3921125"/>
                    <a:pt x="1835022" y="3923411"/>
                    <a:pt x="1867027" y="3925062"/>
                  </a:cubicBezTo>
                  <a:cubicBezTo>
                    <a:pt x="1899031" y="3926713"/>
                    <a:pt x="1931162" y="3927348"/>
                    <a:pt x="1963293" y="3927348"/>
                  </a:cubicBezTo>
                  <a:cubicBezTo>
                    <a:pt x="1995424" y="3927348"/>
                    <a:pt x="2027555" y="3926586"/>
                    <a:pt x="2059559" y="3924935"/>
                  </a:cubicBezTo>
                  <a:cubicBezTo>
                    <a:pt x="2091563" y="3923284"/>
                    <a:pt x="2123694" y="3920998"/>
                    <a:pt x="2155571" y="3917823"/>
                  </a:cubicBezTo>
                  <a:cubicBezTo>
                    <a:pt x="2187447" y="3914648"/>
                    <a:pt x="2219452" y="3910711"/>
                    <a:pt x="2251202" y="3906012"/>
                  </a:cubicBezTo>
                  <a:cubicBezTo>
                    <a:pt x="2282952" y="3901313"/>
                    <a:pt x="2314575" y="3895852"/>
                    <a:pt x="2346071" y="3889502"/>
                  </a:cubicBezTo>
                  <a:cubicBezTo>
                    <a:pt x="2377567" y="3883152"/>
                    <a:pt x="2408936" y="3876167"/>
                    <a:pt x="2440050" y="3868420"/>
                  </a:cubicBezTo>
                  <a:cubicBezTo>
                    <a:pt x="2471165" y="3860673"/>
                    <a:pt x="2502153" y="3852037"/>
                    <a:pt x="2532887" y="3842766"/>
                  </a:cubicBezTo>
                  <a:cubicBezTo>
                    <a:pt x="2563621" y="3833495"/>
                    <a:pt x="2594102" y="3823335"/>
                    <a:pt x="2624327" y="3812540"/>
                  </a:cubicBezTo>
                  <a:cubicBezTo>
                    <a:pt x="2654553" y="3801745"/>
                    <a:pt x="2684525" y="3790188"/>
                    <a:pt x="2714117" y="3777869"/>
                  </a:cubicBezTo>
                  <a:cubicBezTo>
                    <a:pt x="2743708" y="3765550"/>
                    <a:pt x="2773171" y="3752596"/>
                    <a:pt x="2802127" y="3738753"/>
                  </a:cubicBezTo>
                  <a:cubicBezTo>
                    <a:pt x="2831083" y="3724910"/>
                    <a:pt x="2859785" y="3710559"/>
                    <a:pt x="2888106" y="3695446"/>
                  </a:cubicBezTo>
                  <a:cubicBezTo>
                    <a:pt x="2916428" y="3680333"/>
                    <a:pt x="2944367" y="3664458"/>
                    <a:pt x="2971927" y="3647948"/>
                  </a:cubicBezTo>
                  <a:cubicBezTo>
                    <a:pt x="2999486" y="3631438"/>
                    <a:pt x="3026537" y="3614293"/>
                    <a:pt x="3053334" y="3596386"/>
                  </a:cubicBezTo>
                  <a:cubicBezTo>
                    <a:pt x="3080130" y="3578479"/>
                    <a:pt x="3106293" y="3560064"/>
                    <a:pt x="3132074" y="3540887"/>
                  </a:cubicBezTo>
                  <a:cubicBezTo>
                    <a:pt x="3157855" y="3521710"/>
                    <a:pt x="3183128" y="3502025"/>
                    <a:pt x="3208020" y="3481578"/>
                  </a:cubicBezTo>
                  <a:cubicBezTo>
                    <a:pt x="3232912" y="3461131"/>
                    <a:pt x="3257169" y="3440176"/>
                    <a:pt x="3280918" y="3418586"/>
                  </a:cubicBezTo>
                  <a:cubicBezTo>
                    <a:pt x="3304667" y="3396996"/>
                    <a:pt x="3327908" y="3374898"/>
                    <a:pt x="3350641" y="3352165"/>
                  </a:cubicBezTo>
                  <a:cubicBezTo>
                    <a:pt x="3373373" y="3329432"/>
                    <a:pt x="3395472" y="3306191"/>
                    <a:pt x="3417062" y="3282315"/>
                  </a:cubicBezTo>
                  <a:cubicBezTo>
                    <a:pt x="3438652" y="3258439"/>
                    <a:pt x="3459607" y="3234182"/>
                    <a:pt x="3479927" y="3209290"/>
                  </a:cubicBezTo>
                  <a:cubicBezTo>
                    <a:pt x="3500247" y="3184398"/>
                    <a:pt x="3520059" y="3159125"/>
                    <a:pt x="3539236" y="3133344"/>
                  </a:cubicBezTo>
                  <a:cubicBezTo>
                    <a:pt x="3558413" y="3107563"/>
                    <a:pt x="3576828" y="3081274"/>
                    <a:pt x="3594735" y="3054604"/>
                  </a:cubicBezTo>
                  <a:cubicBezTo>
                    <a:pt x="3612642" y="3027934"/>
                    <a:pt x="3629787" y="3000756"/>
                    <a:pt x="3646297" y="2973197"/>
                  </a:cubicBezTo>
                  <a:cubicBezTo>
                    <a:pt x="3662807" y="2945638"/>
                    <a:pt x="3678682" y="2917698"/>
                    <a:pt x="3693795" y="2889377"/>
                  </a:cubicBezTo>
                  <a:cubicBezTo>
                    <a:pt x="3708908" y="2861056"/>
                    <a:pt x="3723386" y="2832354"/>
                    <a:pt x="3737102" y="2803271"/>
                  </a:cubicBezTo>
                  <a:cubicBezTo>
                    <a:pt x="3750818" y="2774188"/>
                    <a:pt x="3763899" y="2744851"/>
                    <a:pt x="3776091" y="2715133"/>
                  </a:cubicBezTo>
                  <a:cubicBezTo>
                    <a:pt x="3788283" y="2685415"/>
                    <a:pt x="3799967" y="2655443"/>
                    <a:pt x="3810762" y="2625217"/>
                  </a:cubicBezTo>
                  <a:cubicBezTo>
                    <a:pt x="3821557" y="2594991"/>
                    <a:pt x="3831717" y="2564511"/>
                    <a:pt x="3840988" y="2533777"/>
                  </a:cubicBezTo>
                  <a:cubicBezTo>
                    <a:pt x="3850259" y="2503043"/>
                    <a:pt x="3858895" y="2472055"/>
                    <a:pt x="3866642" y="2440940"/>
                  </a:cubicBezTo>
                  <a:cubicBezTo>
                    <a:pt x="3874389" y="2409825"/>
                    <a:pt x="3881501" y="2378456"/>
                    <a:pt x="3887724" y="2346960"/>
                  </a:cubicBezTo>
                  <a:cubicBezTo>
                    <a:pt x="3893947" y="2315464"/>
                    <a:pt x="3899535" y="2283841"/>
                    <a:pt x="3904234" y="2251964"/>
                  </a:cubicBezTo>
                  <a:cubicBezTo>
                    <a:pt x="3908933" y="2220087"/>
                    <a:pt x="3912870" y="2188337"/>
                    <a:pt x="3916045" y="2156333"/>
                  </a:cubicBezTo>
                  <a:cubicBezTo>
                    <a:pt x="3919220" y="2124329"/>
                    <a:pt x="3921506" y="2092325"/>
                    <a:pt x="3923157" y="2060194"/>
                  </a:cubicBezTo>
                  <a:cubicBezTo>
                    <a:pt x="3924808" y="2028063"/>
                    <a:pt x="3925570" y="1995932"/>
                    <a:pt x="3925570" y="1963928"/>
                  </a:cubicBezTo>
                  <a:cubicBezTo>
                    <a:pt x="3925570" y="1931924"/>
                    <a:pt x="3924808" y="1899666"/>
                    <a:pt x="3923284" y="1867535"/>
                  </a:cubicBezTo>
                  <a:cubicBezTo>
                    <a:pt x="3921760" y="1835404"/>
                    <a:pt x="3919347" y="1803400"/>
                    <a:pt x="3916172" y="1771396"/>
                  </a:cubicBezTo>
                  <a:cubicBezTo>
                    <a:pt x="3912997" y="1739392"/>
                    <a:pt x="3909060" y="1707515"/>
                    <a:pt x="3904361" y="1675765"/>
                  </a:cubicBezTo>
                  <a:cubicBezTo>
                    <a:pt x="3899662" y="1644015"/>
                    <a:pt x="3894201" y="1612392"/>
                    <a:pt x="3887978" y="1580769"/>
                  </a:cubicBezTo>
                  <a:cubicBezTo>
                    <a:pt x="3881755" y="1549146"/>
                    <a:pt x="3874643" y="1517904"/>
                    <a:pt x="3866896" y="1486789"/>
                  </a:cubicBezTo>
                  <a:cubicBezTo>
                    <a:pt x="3859149" y="1455674"/>
                    <a:pt x="3850513" y="1424686"/>
                    <a:pt x="3841242" y="1393952"/>
                  </a:cubicBezTo>
                  <a:cubicBezTo>
                    <a:pt x="3831971" y="1363218"/>
                    <a:pt x="3821811" y="1332738"/>
                    <a:pt x="3811016" y="1302385"/>
                  </a:cubicBezTo>
                  <a:cubicBezTo>
                    <a:pt x="3800221" y="1272032"/>
                    <a:pt x="3788664" y="1242187"/>
                    <a:pt x="3776345" y="1212469"/>
                  </a:cubicBezTo>
                  <a:cubicBezTo>
                    <a:pt x="3764026" y="1182751"/>
                    <a:pt x="3751072" y="1153414"/>
                    <a:pt x="3737356" y="1124331"/>
                  </a:cubicBezTo>
                  <a:cubicBezTo>
                    <a:pt x="3723640" y="1095248"/>
                    <a:pt x="3709162" y="1066546"/>
                    <a:pt x="3694049" y="1038225"/>
                  </a:cubicBezTo>
                  <a:cubicBezTo>
                    <a:pt x="3678936" y="1009904"/>
                    <a:pt x="3663061" y="981964"/>
                    <a:pt x="3646551" y="954405"/>
                  </a:cubicBezTo>
                  <a:cubicBezTo>
                    <a:pt x="3630041" y="926846"/>
                    <a:pt x="3612896" y="899668"/>
                    <a:pt x="3595116" y="872998"/>
                  </a:cubicBezTo>
                  <a:cubicBezTo>
                    <a:pt x="3577336" y="846328"/>
                    <a:pt x="3558794" y="820039"/>
                    <a:pt x="3539744" y="794131"/>
                  </a:cubicBezTo>
                  <a:cubicBezTo>
                    <a:pt x="3520694" y="768223"/>
                    <a:pt x="3500882" y="742950"/>
                    <a:pt x="3480562" y="718185"/>
                  </a:cubicBezTo>
                  <a:cubicBezTo>
                    <a:pt x="3460242" y="693420"/>
                    <a:pt x="3439287" y="669036"/>
                    <a:pt x="3417697" y="645160"/>
                  </a:cubicBezTo>
                  <a:cubicBezTo>
                    <a:pt x="3396107" y="621284"/>
                    <a:pt x="3374009" y="598043"/>
                    <a:pt x="3351276" y="575310"/>
                  </a:cubicBezTo>
                  <a:cubicBezTo>
                    <a:pt x="3305937" y="529717"/>
                    <a:pt x="3258439" y="486410"/>
                    <a:pt x="3208782" y="445516"/>
                  </a:cubicBezTo>
                  <a:cubicBezTo>
                    <a:pt x="3159125" y="404622"/>
                    <a:pt x="3107690" y="366268"/>
                    <a:pt x="3054223" y="330454"/>
                  </a:cubicBezTo>
                  <a:cubicBezTo>
                    <a:pt x="3000755" y="294640"/>
                    <a:pt x="2945765" y="261493"/>
                    <a:pt x="2888996" y="231140"/>
                  </a:cubicBezTo>
                  <a:cubicBezTo>
                    <a:pt x="2832227" y="200787"/>
                    <a:pt x="2774188" y="173228"/>
                    <a:pt x="2714879" y="148590"/>
                  </a:cubicBezTo>
                  <a:cubicBezTo>
                    <a:pt x="2655570" y="123952"/>
                    <a:pt x="2594991" y="102362"/>
                    <a:pt x="2533396" y="83693"/>
                  </a:cubicBezTo>
                  <a:cubicBezTo>
                    <a:pt x="2471801" y="65024"/>
                    <a:pt x="2409571" y="49530"/>
                    <a:pt x="2346452" y="37084"/>
                  </a:cubicBezTo>
                  <a:cubicBezTo>
                    <a:pt x="2283333" y="24638"/>
                    <a:pt x="2219833" y="15240"/>
                    <a:pt x="2155825" y="9144"/>
                  </a:cubicBezTo>
                  <a:cubicBezTo>
                    <a:pt x="2091817" y="3048"/>
                    <a:pt x="2027682" y="0"/>
                    <a:pt x="1963293" y="127"/>
                  </a:cubicBezTo>
                  <a:close/>
                  <a:moveTo>
                    <a:pt x="3178048" y="3179190"/>
                  </a:moveTo>
                  <a:cubicBezTo>
                    <a:pt x="2508377" y="3849115"/>
                    <a:pt x="1418844" y="3849115"/>
                    <a:pt x="749173" y="3179190"/>
                  </a:cubicBezTo>
                  <a:cubicBezTo>
                    <a:pt x="79502" y="2509265"/>
                    <a:pt x="79502" y="1419097"/>
                    <a:pt x="749173" y="749045"/>
                  </a:cubicBezTo>
                  <a:cubicBezTo>
                    <a:pt x="769112" y="729233"/>
                    <a:pt x="789432" y="709802"/>
                    <a:pt x="810260" y="691006"/>
                  </a:cubicBezTo>
                  <a:cubicBezTo>
                    <a:pt x="831088" y="672210"/>
                    <a:pt x="852424" y="653795"/>
                    <a:pt x="874141" y="636015"/>
                  </a:cubicBezTo>
                  <a:cubicBezTo>
                    <a:pt x="895858" y="618235"/>
                    <a:pt x="918083" y="600963"/>
                    <a:pt x="940562" y="584199"/>
                  </a:cubicBezTo>
                  <a:cubicBezTo>
                    <a:pt x="963041" y="567435"/>
                    <a:pt x="986155" y="551306"/>
                    <a:pt x="1009523" y="535685"/>
                  </a:cubicBezTo>
                  <a:cubicBezTo>
                    <a:pt x="1032891" y="520064"/>
                    <a:pt x="1056640" y="505078"/>
                    <a:pt x="1080770" y="490600"/>
                  </a:cubicBezTo>
                  <a:cubicBezTo>
                    <a:pt x="1104900" y="476122"/>
                    <a:pt x="1129284" y="462279"/>
                    <a:pt x="1154176" y="449071"/>
                  </a:cubicBezTo>
                  <a:cubicBezTo>
                    <a:pt x="1179068" y="435863"/>
                    <a:pt x="1204087" y="423163"/>
                    <a:pt x="1229487" y="411225"/>
                  </a:cubicBezTo>
                  <a:cubicBezTo>
                    <a:pt x="1254887" y="399287"/>
                    <a:pt x="1280541" y="387857"/>
                    <a:pt x="1306576" y="377062"/>
                  </a:cubicBezTo>
                  <a:cubicBezTo>
                    <a:pt x="1332611" y="366267"/>
                    <a:pt x="1358773" y="356234"/>
                    <a:pt x="1385189" y="346709"/>
                  </a:cubicBezTo>
                  <a:cubicBezTo>
                    <a:pt x="1411605" y="337184"/>
                    <a:pt x="1438275" y="328421"/>
                    <a:pt x="1465199" y="320293"/>
                  </a:cubicBezTo>
                  <a:cubicBezTo>
                    <a:pt x="1492123" y="312165"/>
                    <a:pt x="1519174" y="304672"/>
                    <a:pt x="1546479" y="297814"/>
                  </a:cubicBezTo>
                  <a:cubicBezTo>
                    <a:pt x="1573784" y="290956"/>
                    <a:pt x="1601089" y="284860"/>
                    <a:pt x="1628648" y="279399"/>
                  </a:cubicBezTo>
                  <a:cubicBezTo>
                    <a:pt x="1656207" y="273938"/>
                    <a:pt x="1683893" y="269112"/>
                    <a:pt x="1711706" y="265048"/>
                  </a:cubicBezTo>
                  <a:cubicBezTo>
                    <a:pt x="1739519" y="260984"/>
                    <a:pt x="1767332" y="257555"/>
                    <a:pt x="1795399" y="254761"/>
                  </a:cubicBezTo>
                  <a:cubicBezTo>
                    <a:pt x="1823466" y="251967"/>
                    <a:pt x="1851406" y="249935"/>
                    <a:pt x="1879473" y="248538"/>
                  </a:cubicBezTo>
                  <a:cubicBezTo>
                    <a:pt x="1907540" y="247141"/>
                    <a:pt x="1935607" y="246506"/>
                    <a:pt x="1963674" y="246506"/>
                  </a:cubicBezTo>
                  <a:cubicBezTo>
                    <a:pt x="1991741" y="246506"/>
                    <a:pt x="2019808" y="247141"/>
                    <a:pt x="2047875" y="248538"/>
                  </a:cubicBezTo>
                  <a:cubicBezTo>
                    <a:pt x="2075942" y="249935"/>
                    <a:pt x="2104009" y="251967"/>
                    <a:pt x="2131949" y="254761"/>
                  </a:cubicBezTo>
                  <a:cubicBezTo>
                    <a:pt x="2159889" y="257555"/>
                    <a:pt x="2187829" y="260984"/>
                    <a:pt x="2215642" y="265048"/>
                  </a:cubicBezTo>
                  <a:cubicBezTo>
                    <a:pt x="2243455" y="269112"/>
                    <a:pt x="2271141" y="273938"/>
                    <a:pt x="2298700" y="279399"/>
                  </a:cubicBezTo>
                  <a:cubicBezTo>
                    <a:pt x="2326259" y="284860"/>
                    <a:pt x="2353691" y="291083"/>
                    <a:pt x="2380869" y="297814"/>
                  </a:cubicBezTo>
                  <a:cubicBezTo>
                    <a:pt x="2408047" y="304545"/>
                    <a:pt x="2435225" y="312165"/>
                    <a:pt x="2462149" y="320293"/>
                  </a:cubicBezTo>
                  <a:cubicBezTo>
                    <a:pt x="2489073" y="328421"/>
                    <a:pt x="2515743" y="337184"/>
                    <a:pt x="2542159" y="346709"/>
                  </a:cubicBezTo>
                  <a:cubicBezTo>
                    <a:pt x="2568575" y="356234"/>
                    <a:pt x="2594864" y="366267"/>
                    <a:pt x="2620772" y="377062"/>
                  </a:cubicBezTo>
                  <a:cubicBezTo>
                    <a:pt x="2646680" y="387857"/>
                    <a:pt x="2672461" y="399160"/>
                    <a:pt x="2697861" y="411225"/>
                  </a:cubicBezTo>
                  <a:cubicBezTo>
                    <a:pt x="2723261" y="423290"/>
                    <a:pt x="2748407" y="435863"/>
                    <a:pt x="2773172" y="449071"/>
                  </a:cubicBezTo>
                  <a:cubicBezTo>
                    <a:pt x="2797937" y="462279"/>
                    <a:pt x="2822448" y="476122"/>
                    <a:pt x="2846578" y="490600"/>
                  </a:cubicBezTo>
                  <a:cubicBezTo>
                    <a:pt x="2870708" y="505078"/>
                    <a:pt x="2894457" y="520064"/>
                    <a:pt x="2917825" y="535685"/>
                  </a:cubicBezTo>
                  <a:cubicBezTo>
                    <a:pt x="2941193" y="551306"/>
                    <a:pt x="2964180" y="567435"/>
                    <a:pt x="2986786" y="584199"/>
                  </a:cubicBezTo>
                  <a:cubicBezTo>
                    <a:pt x="3009392" y="600963"/>
                    <a:pt x="3031490" y="618235"/>
                    <a:pt x="3053207" y="636015"/>
                  </a:cubicBezTo>
                  <a:cubicBezTo>
                    <a:pt x="3074924" y="653795"/>
                    <a:pt x="3096260" y="672210"/>
                    <a:pt x="3117088" y="691006"/>
                  </a:cubicBezTo>
                  <a:cubicBezTo>
                    <a:pt x="3137916" y="709802"/>
                    <a:pt x="3158236" y="729233"/>
                    <a:pt x="3178175" y="749045"/>
                  </a:cubicBezTo>
                  <a:cubicBezTo>
                    <a:pt x="3847846" y="1418970"/>
                    <a:pt x="3847846" y="2509138"/>
                    <a:pt x="3178175" y="3179190"/>
                  </a:cubicBezTo>
                  <a:close/>
                  <a:moveTo>
                    <a:pt x="2810129" y="1290954"/>
                  </a:moveTo>
                  <a:lnTo>
                    <a:pt x="2137156" y="1964308"/>
                  </a:lnTo>
                  <a:lnTo>
                    <a:pt x="2810129" y="2637662"/>
                  </a:lnTo>
                  <a:cubicBezTo>
                    <a:pt x="2815844" y="2643377"/>
                    <a:pt x="2820924" y="2649600"/>
                    <a:pt x="2825369" y="2656204"/>
                  </a:cubicBezTo>
                  <a:cubicBezTo>
                    <a:pt x="2829814" y="2662808"/>
                    <a:pt x="2833624" y="2669920"/>
                    <a:pt x="2836672" y="2677413"/>
                  </a:cubicBezTo>
                  <a:cubicBezTo>
                    <a:pt x="2839720" y="2684906"/>
                    <a:pt x="2842133" y="2692526"/>
                    <a:pt x="2843657" y="2700400"/>
                  </a:cubicBezTo>
                  <a:cubicBezTo>
                    <a:pt x="2845181" y="2708274"/>
                    <a:pt x="2846070" y="2716275"/>
                    <a:pt x="2846070" y="2724403"/>
                  </a:cubicBezTo>
                  <a:cubicBezTo>
                    <a:pt x="2846070" y="2732531"/>
                    <a:pt x="2845308" y="2740405"/>
                    <a:pt x="2843657" y="2748406"/>
                  </a:cubicBezTo>
                  <a:cubicBezTo>
                    <a:pt x="2842006" y="2756407"/>
                    <a:pt x="2839720" y="2764027"/>
                    <a:pt x="2836672" y="2771393"/>
                  </a:cubicBezTo>
                  <a:cubicBezTo>
                    <a:pt x="2833624" y="2778759"/>
                    <a:pt x="2829814" y="2785871"/>
                    <a:pt x="2825369" y="2792602"/>
                  </a:cubicBezTo>
                  <a:cubicBezTo>
                    <a:pt x="2820924" y="2799333"/>
                    <a:pt x="2815844" y="2805556"/>
                    <a:pt x="2810129" y="2811144"/>
                  </a:cubicBezTo>
                  <a:cubicBezTo>
                    <a:pt x="2804414" y="2816732"/>
                    <a:pt x="2798191" y="2821939"/>
                    <a:pt x="2791587" y="2826384"/>
                  </a:cubicBezTo>
                  <a:cubicBezTo>
                    <a:pt x="2784983" y="2830829"/>
                    <a:pt x="2777871" y="2834639"/>
                    <a:pt x="2770378" y="2837687"/>
                  </a:cubicBezTo>
                  <a:cubicBezTo>
                    <a:pt x="2762885" y="2840735"/>
                    <a:pt x="2755265" y="2843148"/>
                    <a:pt x="2747391" y="2844672"/>
                  </a:cubicBezTo>
                  <a:cubicBezTo>
                    <a:pt x="2739517" y="2846196"/>
                    <a:pt x="2731516" y="2847085"/>
                    <a:pt x="2723515" y="2847085"/>
                  </a:cubicBezTo>
                  <a:cubicBezTo>
                    <a:pt x="2715514" y="2847085"/>
                    <a:pt x="2707513" y="2846323"/>
                    <a:pt x="2699639" y="2844672"/>
                  </a:cubicBezTo>
                  <a:cubicBezTo>
                    <a:pt x="2691765" y="2843021"/>
                    <a:pt x="2684018" y="2840735"/>
                    <a:pt x="2676652" y="2837687"/>
                  </a:cubicBezTo>
                  <a:cubicBezTo>
                    <a:pt x="2669286" y="2834639"/>
                    <a:pt x="2662174" y="2830829"/>
                    <a:pt x="2655443" y="2826384"/>
                  </a:cubicBezTo>
                  <a:cubicBezTo>
                    <a:pt x="2648712" y="2821939"/>
                    <a:pt x="2642489" y="2816859"/>
                    <a:pt x="2636901" y="2811144"/>
                  </a:cubicBezTo>
                  <a:lnTo>
                    <a:pt x="1963928" y="2137790"/>
                  </a:lnTo>
                  <a:lnTo>
                    <a:pt x="1290955" y="2811144"/>
                  </a:lnTo>
                  <a:cubicBezTo>
                    <a:pt x="1285240" y="2816859"/>
                    <a:pt x="1279017" y="2821939"/>
                    <a:pt x="1272413" y="2826384"/>
                  </a:cubicBezTo>
                  <a:cubicBezTo>
                    <a:pt x="1265809" y="2830829"/>
                    <a:pt x="1258697" y="2834639"/>
                    <a:pt x="1251204" y="2837687"/>
                  </a:cubicBezTo>
                  <a:cubicBezTo>
                    <a:pt x="1243711" y="2840735"/>
                    <a:pt x="1236091" y="2843148"/>
                    <a:pt x="1228217" y="2844672"/>
                  </a:cubicBezTo>
                  <a:cubicBezTo>
                    <a:pt x="1220343" y="2846196"/>
                    <a:pt x="1212342" y="2847085"/>
                    <a:pt x="1204341" y="2847085"/>
                  </a:cubicBezTo>
                  <a:cubicBezTo>
                    <a:pt x="1196340" y="2847085"/>
                    <a:pt x="1188339" y="2846323"/>
                    <a:pt x="1180465" y="2844672"/>
                  </a:cubicBezTo>
                  <a:cubicBezTo>
                    <a:pt x="1172591" y="2843021"/>
                    <a:pt x="1164844" y="2840735"/>
                    <a:pt x="1157478" y="2837687"/>
                  </a:cubicBezTo>
                  <a:cubicBezTo>
                    <a:pt x="1150112" y="2834639"/>
                    <a:pt x="1143000" y="2830829"/>
                    <a:pt x="1136269" y="2826384"/>
                  </a:cubicBezTo>
                  <a:cubicBezTo>
                    <a:pt x="1129538" y="2821939"/>
                    <a:pt x="1123315" y="2816859"/>
                    <a:pt x="1117727" y="2811144"/>
                  </a:cubicBezTo>
                  <a:cubicBezTo>
                    <a:pt x="1112139" y="2805429"/>
                    <a:pt x="1106932" y="2799206"/>
                    <a:pt x="1102487" y="2792602"/>
                  </a:cubicBezTo>
                  <a:cubicBezTo>
                    <a:pt x="1098042" y="2785998"/>
                    <a:pt x="1094232" y="2778886"/>
                    <a:pt x="1091184" y="2771393"/>
                  </a:cubicBezTo>
                  <a:cubicBezTo>
                    <a:pt x="1088136" y="2763900"/>
                    <a:pt x="1085723" y="2756280"/>
                    <a:pt x="1084199" y="2748406"/>
                  </a:cubicBezTo>
                  <a:cubicBezTo>
                    <a:pt x="1082675" y="2740532"/>
                    <a:pt x="1081786" y="2732531"/>
                    <a:pt x="1081786" y="2724403"/>
                  </a:cubicBezTo>
                  <a:cubicBezTo>
                    <a:pt x="1081786" y="2716275"/>
                    <a:pt x="1082548" y="2708401"/>
                    <a:pt x="1084199" y="2700400"/>
                  </a:cubicBezTo>
                  <a:cubicBezTo>
                    <a:pt x="1085850" y="2692399"/>
                    <a:pt x="1088136" y="2684779"/>
                    <a:pt x="1091184" y="2677413"/>
                  </a:cubicBezTo>
                  <a:cubicBezTo>
                    <a:pt x="1094232" y="2670047"/>
                    <a:pt x="1098042" y="2662935"/>
                    <a:pt x="1102487" y="2656204"/>
                  </a:cubicBezTo>
                  <a:cubicBezTo>
                    <a:pt x="1106932" y="2649473"/>
                    <a:pt x="1112012" y="2643250"/>
                    <a:pt x="1117727" y="2637662"/>
                  </a:cubicBezTo>
                  <a:lnTo>
                    <a:pt x="1790700" y="1964308"/>
                  </a:lnTo>
                  <a:lnTo>
                    <a:pt x="1117727" y="1290954"/>
                  </a:lnTo>
                  <a:cubicBezTo>
                    <a:pt x="1112012" y="1285239"/>
                    <a:pt x="1106932" y="1279016"/>
                    <a:pt x="1102487" y="1272412"/>
                  </a:cubicBezTo>
                  <a:cubicBezTo>
                    <a:pt x="1098042" y="1265808"/>
                    <a:pt x="1094232" y="1258696"/>
                    <a:pt x="1091184" y="1251203"/>
                  </a:cubicBezTo>
                  <a:cubicBezTo>
                    <a:pt x="1088136" y="1243710"/>
                    <a:pt x="1085723" y="1236090"/>
                    <a:pt x="1084199" y="1228216"/>
                  </a:cubicBezTo>
                  <a:cubicBezTo>
                    <a:pt x="1082675" y="1220342"/>
                    <a:pt x="1081786" y="1212341"/>
                    <a:pt x="1081786" y="1204213"/>
                  </a:cubicBezTo>
                  <a:cubicBezTo>
                    <a:pt x="1081786" y="1196085"/>
                    <a:pt x="1082548" y="1188211"/>
                    <a:pt x="1084199" y="1180210"/>
                  </a:cubicBezTo>
                  <a:cubicBezTo>
                    <a:pt x="1085850" y="1172209"/>
                    <a:pt x="1088136" y="1164589"/>
                    <a:pt x="1091184" y="1157223"/>
                  </a:cubicBezTo>
                  <a:cubicBezTo>
                    <a:pt x="1094232" y="1149857"/>
                    <a:pt x="1098042" y="1142745"/>
                    <a:pt x="1102487" y="1136014"/>
                  </a:cubicBezTo>
                  <a:cubicBezTo>
                    <a:pt x="1106932" y="1129283"/>
                    <a:pt x="1112012" y="1123060"/>
                    <a:pt x="1117727" y="1117472"/>
                  </a:cubicBezTo>
                  <a:cubicBezTo>
                    <a:pt x="1123442" y="1111884"/>
                    <a:pt x="1129665" y="1106677"/>
                    <a:pt x="1136269" y="1102232"/>
                  </a:cubicBezTo>
                  <a:cubicBezTo>
                    <a:pt x="1142873" y="1097787"/>
                    <a:pt x="1149985" y="1093977"/>
                    <a:pt x="1157478" y="1090929"/>
                  </a:cubicBezTo>
                  <a:cubicBezTo>
                    <a:pt x="1164971" y="1087881"/>
                    <a:pt x="1172591" y="1085468"/>
                    <a:pt x="1180465" y="1083944"/>
                  </a:cubicBezTo>
                  <a:cubicBezTo>
                    <a:pt x="1188339" y="1082420"/>
                    <a:pt x="1196340" y="1081531"/>
                    <a:pt x="1204341" y="1081531"/>
                  </a:cubicBezTo>
                  <a:cubicBezTo>
                    <a:pt x="1212342" y="1081531"/>
                    <a:pt x="1220343" y="1082293"/>
                    <a:pt x="1228217" y="1083944"/>
                  </a:cubicBezTo>
                  <a:cubicBezTo>
                    <a:pt x="1236091" y="1085595"/>
                    <a:pt x="1243838" y="1087881"/>
                    <a:pt x="1251204" y="1090929"/>
                  </a:cubicBezTo>
                  <a:cubicBezTo>
                    <a:pt x="1258570" y="1093977"/>
                    <a:pt x="1265682" y="1097787"/>
                    <a:pt x="1272413" y="1102232"/>
                  </a:cubicBezTo>
                  <a:cubicBezTo>
                    <a:pt x="1279144" y="1106677"/>
                    <a:pt x="1285367" y="1111757"/>
                    <a:pt x="1290955" y="1117472"/>
                  </a:cubicBezTo>
                  <a:lnTo>
                    <a:pt x="1963928" y="1790826"/>
                  </a:lnTo>
                  <a:lnTo>
                    <a:pt x="2636901" y="1117472"/>
                  </a:lnTo>
                  <a:cubicBezTo>
                    <a:pt x="2642616" y="1111757"/>
                    <a:pt x="2648839" y="1106677"/>
                    <a:pt x="2655443" y="1102232"/>
                  </a:cubicBezTo>
                  <a:cubicBezTo>
                    <a:pt x="2662047" y="1097787"/>
                    <a:pt x="2669159" y="1093977"/>
                    <a:pt x="2676652" y="1090929"/>
                  </a:cubicBezTo>
                  <a:cubicBezTo>
                    <a:pt x="2684145" y="1087881"/>
                    <a:pt x="2691765" y="1085468"/>
                    <a:pt x="2699639" y="1083944"/>
                  </a:cubicBezTo>
                  <a:cubicBezTo>
                    <a:pt x="2707513" y="1082420"/>
                    <a:pt x="2715514" y="1081531"/>
                    <a:pt x="2723515" y="1081531"/>
                  </a:cubicBezTo>
                  <a:cubicBezTo>
                    <a:pt x="2731516" y="1081531"/>
                    <a:pt x="2739517" y="1082293"/>
                    <a:pt x="2747391" y="1083944"/>
                  </a:cubicBezTo>
                  <a:cubicBezTo>
                    <a:pt x="2755265" y="1085595"/>
                    <a:pt x="2763012" y="1087881"/>
                    <a:pt x="2770378" y="1090929"/>
                  </a:cubicBezTo>
                  <a:cubicBezTo>
                    <a:pt x="2777744" y="1093977"/>
                    <a:pt x="2784856" y="1097787"/>
                    <a:pt x="2791587" y="1102232"/>
                  </a:cubicBezTo>
                  <a:cubicBezTo>
                    <a:pt x="2798318" y="1106677"/>
                    <a:pt x="2804541" y="1111757"/>
                    <a:pt x="2810129" y="1117472"/>
                  </a:cubicBezTo>
                  <a:cubicBezTo>
                    <a:pt x="2815717" y="1123187"/>
                    <a:pt x="2820924" y="1129410"/>
                    <a:pt x="2825369" y="1136014"/>
                  </a:cubicBezTo>
                  <a:cubicBezTo>
                    <a:pt x="2829814" y="1142618"/>
                    <a:pt x="2833624" y="1149730"/>
                    <a:pt x="2836672" y="1157223"/>
                  </a:cubicBezTo>
                  <a:cubicBezTo>
                    <a:pt x="2839720" y="1164716"/>
                    <a:pt x="2842133" y="1172336"/>
                    <a:pt x="2843657" y="1180210"/>
                  </a:cubicBezTo>
                  <a:cubicBezTo>
                    <a:pt x="2845181" y="1188084"/>
                    <a:pt x="2846070" y="1196085"/>
                    <a:pt x="2846070" y="1204213"/>
                  </a:cubicBezTo>
                  <a:cubicBezTo>
                    <a:pt x="2846070" y="1212341"/>
                    <a:pt x="2845308" y="1220215"/>
                    <a:pt x="2843657" y="1228216"/>
                  </a:cubicBezTo>
                  <a:cubicBezTo>
                    <a:pt x="2842006" y="1236217"/>
                    <a:pt x="2839720" y="1243837"/>
                    <a:pt x="2836672" y="1251203"/>
                  </a:cubicBezTo>
                  <a:cubicBezTo>
                    <a:pt x="2833624" y="1258569"/>
                    <a:pt x="2829814" y="1265681"/>
                    <a:pt x="2825369" y="1272412"/>
                  </a:cubicBezTo>
                  <a:cubicBezTo>
                    <a:pt x="2820924" y="1279143"/>
                    <a:pt x="2815844" y="1285366"/>
                    <a:pt x="2810129" y="1290954"/>
                  </a:cubicBezTo>
                  <a:lnTo>
                    <a:pt x="2810129" y="12909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63500" y="63500"/>
              <a:ext cx="4269613" cy="4114800"/>
            </a:xfrm>
            <a:custGeom>
              <a:rect b="b" l="l" r="r" t="t"/>
              <a:pathLst>
                <a:path extrusionOk="0" h="4114800" w="4269613">
                  <a:moveTo>
                    <a:pt x="0" y="4114800"/>
                  </a:moveTo>
                  <a:lnTo>
                    <a:pt x="4269613" y="4114800"/>
                  </a:lnTo>
                  <a:lnTo>
                    <a:pt x="42696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249" name="Google Shape;249;p7"/>
          <p:cNvSpPr txBox="1"/>
          <p:nvPr/>
        </p:nvSpPr>
        <p:spPr>
          <a:xfrm>
            <a:off x="1321079" y="236506"/>
            <a:ext cx="16703745" cy="1075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Operaciones con tipos de datos abstractos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1676400" y="2399195"/>
            <a:ext cx="11104969" cy="2138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Insertar: 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encarga de agregar un nuevo elemento a la lista. </a:t>
            </a: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Buscar: 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Busca si algún elemento existe dentro de la lista. </a:t>
            </a: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Eliminar: 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Elimina un elemento dentro de la lista. </a:t>
            </a: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Vacía: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Verifica si el elemento se encuentra en la lista.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 txBox="1"/>
          <p:nvPr/>
        </p:nvSpPr>
        <p:spPr>
          <a:xfrm>
            <a:off x="2983293" y="1667338"/>
            <a:ext cx="13211400" cy="75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Una estructura de datos es una colección de diferentes formas y diferentes tipos de datos que tiene un conjunto de operaciones específicas que se pueden realizar. </a:t>
            </a:r>
            <a:endParaRPr b="0" i="0" sz="3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b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Las estructuras de datos en programación son formas organizadas y eficientes de almacenar, gestionar y acceder a datos en un programa de computadora. La estructura de datos crea una capa semántica que acelera la entrega de datos e información automatizando procesos clave.</a:t>
            </a:r>
            <a:b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b="0" i="0" sz="3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 este modo, aumenta la agilidad al integrar la participación de los usuarios y analistas de la empresa en el proceso de preparación de los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5522347" y="236506"/>
            <a:ext cx="8133312" cy="1075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p8"/>
          <p:cNvGrpSpPr/>
          <p:nvPr/>
        </p:nvGrpSpPr>
        <p:grpSpPr>
          <a:xfrm>
            <a:off x="14542616" y="8068530"/>
            <a:ext cx="3456940" cy="2132457"/>
            <a:chOff x="63500" y="63500"/>
            <a:chExt cx="3456940" cy="2132457"/>
          </a:xfrm>
        </p:grpSpPr>
        <p:sp>
          <p:nvSpPr>
            <p:cNvPr id="258" name="Google Shape;258;p8"/>
            <p:cNvSpPr/>
            <p:nvPr/>
          </p:nvSpPr>
          <p:spPr>
            <a:xfrm>
              <a:off x="66040" y="109601"/>
              <a:ext cx="3454400" cy="2086356"/>
            </a:xfrm>
            <a:custGeom>
              <a:rect b="b" l="l" r="r" t="t"/>
              <a:pathLst>
                <a:path extrusionOk="0" h="2086356" w="3454400">
                  <a:moveTo>
                    <a:pt x="3454400" y="0"/>
                  </a:moveTo>
                  <a:cubicBezTo>
                    <a:pt x="3136011" y="56261"/>
                    <a:pt x="2868549" y="247396"/>
                    <a:pt x="2643759" y="483108"/>
                  </a:cubicBezTo>
                  <a:cubicBezTo>
                    <a:pt x="2493137" y="640969"/>
                    <a:pt x="2350770" y="838454"/>
                    <a:pt x="2124964" y="870331"/>
                  </a:cubicBezTo>
                  <a:cubicBezTo>
                    <a:pt x="2097024" y="874268"/>
                    <a:pt x="2068957" y="876173"/>
                    <a:pt x="2040890" y="876173"/>
                  </a:cubicBezTo>
                  <a:cubicBezTo>
                    <a:pt x="1731645" y="876173"/>
                    <a:pt x="1419733" y="652526"/>
                    <a:pt x="1137793" y="556895"/>
                  </a:cubicBezTo>
                  <a:cubicBezTo>
                    <a:pt x="1011682" y="514096"/>
                    <a:pt x="866140" y="484759"/>
                    <a:pt x="723011" y="484759"/>
                  </a:cubicBezTo>
                  <a:cubicBezTo>
                    <a:pt x="490093" y="484759"/>
                    <a:pt x="263271" y="562229"/>
                    <a:pt x="135636" y="784860"/>
                  </a:cubicBezTo>
                  <a:cubicBezTo>
                    <a:pt x="0" y="1021334"/>
                    <a:pt x="57912" y="1323086"/>
                    <a:pt x="133350" y="1587246"/>
                  </a:cubicBezTo>
                  <a:cubicBezTo>
                    <a:pt x="179705" y="1749679"/>
                    <a:pt x="231394" y="1919224"/>
                    <a:pt x="244602" y="2086356"/>
                  </a:cubicBezTo>
                  <a:lnTo>
                    <a:pt x="3454400" y="2086356"/>
                  </a:lnTo>
                  <a:lnTo>
                    <a:pt x="3454400" y="0"/>
                  </a:lnTo>
                  <a:close/>
                </a:path>
              </a:pathLst>
            </a:custGeom>
            <a:solidFill>
              <a:srgbClr val="FAB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63500" y="63500"/>
              <a:ext cx="3456940" cy="2132330"/>
            </a:xfrm>
            <a:custGeom>
              <a:rect b="b" l="l" r="r" t="t"/>
              <a:pathLst>
                <a:path extrusionOk="0" h="2132330" w="3456940">
                  <a:moveTo>
                    <a:pt x="0" y="0"/>
                  </a:moveTo>
                  <a:lnTo>
                    <a:pt x="0" y="2132330"/>
                  </a:lnTo>
                  <a:lnTo>
                    <a:pt x="3456940" y="2132330"/>
                  </a:lnTo>
                  <a:lnTo>
                    <a:pt x="345694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/>
          <p:nvPr/>
        </p:nvSpPr>
        <p:spPr>
          <a:xfrm>
            <a:off x="851859" y="7633973"/>
            <a:ext cx="7505700" cy="1571625"/>
          </a:xfrm>
          <a:custGeom>
            <a:rect b="b" l="l" r="r" t="t"/>
            <a:pathLst>
              <a:path extrusionOk="0" h="1571625" w="7505700">
                <a:moveTo>
                  <a:pt x="0" y="0"/>
                </a:moveTo>
                <a:lnTo>
                  <a:pt x="7505700" y="0"/>
                </a:lnTo>
                <a:lnTo>
                  <a:pt x="7505700" y="157162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9"/>
          <p:cNvSpPr/>
          <p:nvPr/>
        </p:nvSpPr>
        <p:spPr>
          <a:xfrm>
            <a:off x="10239442" y="7158390"/>
            <a:ext cx="7134225" cy="2047875"/>
          </a:xfrm>
          <a:custGeom>
            <a:rect b="b" l="l" r="r" t="t"/>
            <a:pathLst>
              <a:path extrusionOk="0" h="2047875" w="7134225">
                <a:moveTo>
                  <a:pt x="0" y="0"/>
                </a:moveTo>
                <a:lnTo>
                  <a:pt x="7134225" y="0"/>
                </a:lnTo>
                <a:lnTo>
                  <a:pt x="7134225" y="2047875"/>
                </a:ln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9"/>
          <p:cNvSpPr txBox="1"/>
          <p:nvPr/>
        </p:nvSpPr>
        <p:spPr>
          <a:xfrm>
            <a:off x="2368239" y="236506"/>
            <a:ext cx="145674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Clasificación (</a:t>
            </a:r>
            <a:r>
              <a:rPr b="1" lang="en-US" sz="60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Estáticas vs Dinámicas</a:t>
            </a: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1028700" y="1903209"/>
            <a:ext cx="7074665" cy="914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estáticas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9760363" y="1903209"/>
            <a:ext cx="78879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dinámicas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Las estructuras de datos dinámicas son aquellas en las que el tamaño podrá modificarse durante la ejecución del programa; teóricamente no hay límites a su tamaño, salvo el que impone la memoria disponible en la computadora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575148" y="3145526"/>
            <a:ext cx="81609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Las estructuras de datos estáticas son aquellas en las que el tamaño ocupado en memoria se define antes de que el programa se ejecute y no puede modificarse dicho tamaño durante la ejecución del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"/>
          <p:cNvSpPr/>
          <p:nvPr/>
        </p:nvSpPr>
        <p:spPr>
          <a:xfrm>
            <a:off x="1028700" y="7301093"/>
            <a:ext cx="7181850" cy="1704975"/>
          </a:xfrm>
          <a:custGeom>
            <a:rect b="b" l="l" r="r" t="t"/>
            <a:pathLst>
              <a:path extrusionOk="0" h="1704975" w="7181850">
                <a:moveTo>
                  <a:pt x="0" y="0"/>
                </a:moveTo>
                <a:lnTo>
                  <a:pt x="7181850" y="0"/>
                </a:lnTo>
                <a:lnTo>
                  <a:pt x="7181850" y="1704975"/>
                </a:lnTo>
                <a:lnTo>
                  <a:pt x="0" y="17049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0"/>
          <p:cNvSpPr/>
          <p:nvPr/>
        </p:nvSpPr>
        <p:spPr>
          <a:xfrm>
            <a:off x="12138031" y="6757464"/>
            <a:ext cx="3228975" cy="2790825"/>
          </a:xfrm>
          <a:custGeom>
            <a:rect b="b" l="l" r="r" t="t"/>
            <a:pathLst>
              <a:path extrusionOk="0" h="2790825" w="3228975">
                <a:moveTo>
                  <a:pt x="0" y="0"/>
                </a:moveTo>
                <a:lnTo>
                  <a:pt x="3228975" y="0"/>
                </a:lnTo>
                <a:lnTo>
                  <a:pt x="32289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10"/>
          <p:cNvSpPr txBox="1"/>
          <p:nvPr/>
        </p:nvSpPr>
        <p:spPr>
          <a:xfrm>
            <a:off x="2256320" y="236506"/>
            <a:ext cx="147960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Clasificación (Lineales vs. No lineales)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1235050" y="1903209"/>
            <a:ext cx="6653689" cy="914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lineales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9760363" y="1903209"/>
            <a:ext cx="81828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dinámicas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Las estructuras de datos no lineales, también llamadas multienlazadas, son aquellas en las que cada elemento puede estar enlazada a cualquier otro componente. Es decir, cada elemento puede tener varios sucesores o varios predecesores.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575148" y="3145526"/>
            <a:ext cx="8310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Las estructuras de datos lineales son aquellas en las que los elementos ocupan lugares sucesivos en la estructura y cada uno de ellos tiene un único sucesor y un único predecesor, es decir, sus elementos están ubicados uno al lado del otro relacionados en forma lineal.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"/>
          <p:cNvSpPr/>
          <p:nvPr/>
        </p:nvSpPr>
        <p:spPr>
          <a:xfrm>
            <a:off x="974474" y="3087138"/>
            <a:ext cx="16335375" cy="4533900"/>
          </a:xfrm>
          <a:custGeom>
            <a:rect b="b" l="l" r="r" t="t"/>
            <a:pathLst>
              <a:path extrusionOk="0" h="4533900" w="16335375">
                <a:moveTo>
                  <a:pt x="0" y="0"/>
                </a:moveTo>
                <a:lnTo>
                  <a:pt x="16335375" y="0"/>
                </a:lnTo>
                <a:lnTo>
                  <a:pt x="16335375" y="4533900"/>
                </a:lnTo>
                <a:lnTo>
                  <a:pt x="0" y="4533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11"/>
          <p:cNvSpPr txBox="1"/>
          <p:nvPr/>
        </p:nvSpPr>
        <p:spPr>
          <a:xfrm>
            <a:off x="1793758" y="236506"/>
            <a:ext cx="15739596" cy="1075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Caracteristicas (Lineales vs. No lineales)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f3c4005a4_0_1191"/>
          <p:cNvSpPr txBox="1"/>
          <p:nvPr/>
        </p:nvSpPr>
        <p:spPr>
          <a:xfrm>
            <a:off x="0" y="230725"/>
            <a:ext cx="18288000" cy="85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5800">
                <a:solidFill>
                  <a:schemeClr val="dk1"/>
                </a:solidFill>
              </a:rPr>
              <a:t>¿Qué son los Nodos en Estructuras de Datos?</a:t>
            </a:r>
            <a:endParaRPr b="1" sz="5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En el corazón de muchas estructuras de datos dinámicas se encuentra el concepto de </a:t>
            </a:r>
            <a:r>
              <a:rPr b="1" lang="en-US" sz="3000">
                <a:solidFill>
                  <a:schemeClr val="dk1"/>
                </a:solidFill>
              </a:rPr>
              <a:t>nodo</a:t>
            </a:r>
            <a:r>
              <a:rPr lang="en-US" sz="3000">
                <a:solidFill>
                  <a:schemeClr val="dk1"/>
                </a:solidFill>
              </a:rPr>
              <a:t>. Un nodo es la unidad fundamental que encapsula tanto los datos que deseamos almacenar como los "punteros" o "enlaces" que establecen conexiones con otros nodos dentro de la estructura. Esta combinación permite organizar la información de maneras complejas y flexibles.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Cada nodo está típicamente compuesto por: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</a:rPr>
              <a:t>Un valor o dato (Payload):</a:t>
            </a:r>
            <a:r>
              <a:rPr lang="en-US" sz="3000">
                <a:solidFill>
                  <a:schemeClr val="dk1"/>
                </a:solidFill>
              </a:rPr>
              <a:t> La información real que el nodo contiene, como un número, un texto, un objeto, etc.</a:t>
            </a:r>
            <a:endParaRPr sz="3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</a:rPr>
              <a:t>Uno o más punteros (Enlaces):</a:t>
            </a:r>
            <a:r>
              <a:rPr lang="en-US" sz="3000">
                <a:solidFill>
                  <a:schemeClr val="dk1"/>
                </a:solidFill>
              </a:rPr>
              <a:t> Referencias a la dirección de memoria de otros nodos. Estos punteros son esenciales para navegar y manipular la estructura de datos.</a:t>
            </a:r>
            <a:endParaRPr sz="3000">
              <a:solidFill>
                <a:schemeClr val="dk1"/>
              </a:solidFill>
            </a:endParaRPr>
          </a:p>
        </p:txBody>
      </p:sp>
      <p:grpSp>
        <p:nvGrpSpPr>
          <p:cNvPr id="291" name="Google Shape;291;g39f3c4005a4_0_1191"/>
          <p:cNvGrpSpPr/>
          <p:nvPr/>
        </p:nvGrpSpPr>
        <p:grpSpPr>
          <a:xfrm>
            <a:off x="14542616" y="8068530"/>
            <a:ext cx="3456940" cy="2132457"/>
            <a:chOff x="63500" y="63500"/>
            <a:chExt cx="3456940" cy="2132457"/>
          </a:xfrm>
        </p:grpSpPr>
        <p:sp>
          <p:nvSpPr>
            <p:cNvPr id="292" name="Google Shape;292;g39f3c4005a4_0_1191"/>
            <p:cNvSpPr/>
            <p:nvPr/>
          </p:nvSpPr>
          <p:spPr>
            <a:xfrm>
              <a:off x="66040" y="109601"/>
              <a:ext cx="3454400" cy="2086356"/>
            </a:xfrm>
            <a:custGeom>
              <a:rect b="b" l="l" r="r" t="t"/>
              <a:pathLst>
                <a:path extrusionOk="0" h="2086356" w="3454400">
                  <a:moveTo>
                    <a:pt x="3454400" y="0"/>
                  </a:moveTo>
                  <a:cubicBezTo>
                    <a:pt x="3136011" y="56261"/>
                    <a:pt x="2868549" y="247396"/>
                    <a:pt x="2643759" y="483108"/>
                  </a:cubicBezTo>
                  <a:cubicBezTo>
                    <a:pt x="2493137" y="640969"/>
                    <a:pt x="2350770" y="838454"/>
                    <a:pt x="2124964" y="870331"/>
                  </a:cubicBezTo>
                  <a:cubicBezTo>
                    <a:pt x="2097024" y="874268"/>
                    <a:pt x="2068957" y="876173"/>
                    <a:pt x="2040890" y="876173"/>
                  </a:cubicBezTo>
                  <a:cubicBezTo>
                    <a:pt x="1731645" y="876173"/>
                    <a:pt x="1419733" y="652526"/>
                    <a:pt x="1137793" y="556895"/>
                  </a:cubicBezTo>
                  <a:cubicBezTo>
                    <a:pt x="1011682" y="514096"/>
                    <a:pt x="866140" y="484759"/>
                    <a:pt x="723011" y="484759"/>
                  </a:cubicBezTo>
                  <a:cubicBezTo>
                    <a:pt x="490093" y="484759"/>
                    <a:pt x="263271" y="562229"/>
                    <a:pt x="135636" y="784860"/>
                  </a:cubicBezTo>
                  <a:cubicBezTo>
                    <a:pt x="0" y="1021334"/>
                    <a:pt x="57912" y="1323086"/>
                    <a:pt x="133350" y="1587246"/>
                  </a:cubicBezTo>
                  <a:cubicBezTo>
                    <a:pt x="179705" y="1749679"/>
                    <a:pt x="231394" y="1919224"/>
                    <a:pt x="244602" y="2086356"/>
                  </a:cubicBezTo>
                  <a:lnTo>
                    <a:pt x="3454400" y="2086356"/>
                  </a:lnTo>
                  <a:lnTo>
                    <a:pt x="3454400" y="0"/>
                  </a:lnTo>
                  <a:close/>
                </a:path>
              </a:pathLst>
            </a:custGeom>
            <a:solidFill>
              <a:srgbClr val="FAB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39f3c4005a4_0_1191"/>
            <p:cNvSpPr/>
            <p:nvPr/>
          </p:nvSpPr>
          <p:spPr>
            <a:xfrm>
              <a:off x="63500" y="63500"/>
              <a:ext cx="3456940" cy="2132330"/>
            </a:xfrm>
            <a:custGeom>
              <a:rect b="b" l="l" r="r" t="t"/>
              <a:pathLst>
                <a:path extrusionOk="0" h="2132330" w="3456940">
                  <a:moveTo>
                    <a:pt x="0" y="0"/>
                  </a:moveTo>
                  <a:lnTo>
                    <a:pt x="0" y="2132330"/>
                  </a:lnTo>
                  <a:lnTo>
                    <a:pt x="3456940" y="2132330"/>
                  </a:lnTo>
                  <a:lnTo>
                    <a:pt x="345694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g39f3c4005a4_0_12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600" y="6198175"/>
            <a:ext cx="9796227" cy="431460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9f3c4005a4_0_1206"/>
          <p:cNvSpPr txBox="1"/>
          <p:nvPr/>
        </p:nvSpPr>
        <p:spPr>
          <a:xfrm>
            <a:off x="7154101" y="180000"/>
            <a:ext cx="39798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1" lang="en-US" sz="60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Punteros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9f3c4005a4_0_1206"/>
          <p:cNvSpPr txBox="1"/>
          <p:nvPr/>
        </p:nvSpPr>
        <p:spPr>
          <a:xfrm>
            <a:off x="1156350" y="1175200"/>
            <a:ext cx="15975300" cy="22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72525"/>
                </a:solidFill>
              </a:rPr>
              <a:t>Un </a:t>
            </a:r>
            <a:r>
              <a:rPr b="1" lang="en-US" sz="2400">
                <a:solidFill>
                  <a:srgbClr val="272525"/>
                </a:solidFill>
              </a:rPr>
              <a:t>puntero</a:t>
            </a:r>
            <a:r>
              <a:rPr lang="en-US" sz="2400">
                <a:solidFill>
                  <a:srgbClr val="272525"/>
                </a:solidFill>
              </a:rPr>
              <a:t> es una variable especial que, en lugar de almacenar un valor de datos directamente, guarda la </a:t>
            </a:r>
            <a:r>
              <a:rPr lang="en-US" sz="2400">
                <a:solidFill>
                  <a:srgbClr val="272525"/>
                </a:solidFill>
                <a:highlight>
                  <a:srgbClr val="FFFF00"/>
                </a:highlight>
              </a:rPr>
              <a:t>dirección de memoria</a:t>
            </a:r>
            <a:r>
              <a:rPr lang="en-US" sz="2400">
                <a:solidFill>
                  <a:srgbClr val="272525"/>
                </a:solidFill>
              </a:rPr>
              <a:t> de otra variable o estructura de datos. Son fundamentales para crear enlaces dinámicos entre nodos, permitiendo la construcción de estructuras de datos flexibles como listas enlazadas y árboles.</a:t>
            </a:r>
            <a:endParaRPr sz="2400">
              <a:solidFill>
                <a:srgbClr val="272525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1" name="Google Shape;301;g39f3c4005a4_0_1206"/>
          <p:cNvSpPr txBox="1"/>
          <p:nvPr/>
        </p:nvSpPr>
        <p:spPr>
          <a:xfrm>
            <a:off x="1156350" y="2990275"/>
            <a:ext cx="15975300" cy="4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72525"/>
                </a:solidFill>
              </a:rPr>
              <a:t>Su función principal es </a:t>
            </a:r>
            <a:r>
              <a:rPr lang="en-US" sz="2400">
                <a:solidFill>
                  <a:srgbClr val="0000FF"/>
                </a:solidFill>
              </a:rPr>
              <a:t>referenciar</a:t>
            </a:r>
            <a:r>
              <a:rPr lang="en-US" sz="2400">
                <a:solidFill>
                  <a:srgbClr val="272525"/>
                </a:solidFill>
              </a:rPr>
              <a:t> la ubicación exacta de un dato en la memoria, no el dato en sí. Esto habilita operaciones como:</a:t>
            </a:r>
            <a:br>
              <a:rPr lang="en-US" sz="2400">
                <a:solidFill>
                  <a:srgbClr val="272525"/>
                </a:solidFill>
              </a:rPr>
            </a:br>
            <a:r>
              <a:rPr lang="en-US" sz="2400">
                <a:solidFill>
                  <a:schemeClr val="dk1"/>
                </a:solidFill>
              </a:rPr>
              <a:t>•</a:t>
            </a:r>
            <a:r>
              <a:rPr b="1" lang="en-US" sz="2400">
                <a:solidFill>
                  <a:srgbClr val="272525"/>
                </a:solidFill>
              </a:rPr>
              <a:t>Acceso Indirecto:</a:t>
            </a:r>
            <a:r>
              <a:rPr lang="en-US" sz="2400">
                <a:solidFill>
                  <a:srgbClr val="272525"/>
                </a:solidFill>
              </a:rPr>
              <a:t> Manipular datos almacenados en otra ubicación.</a:t>
            </a:r>
            <a:br>
              <a:rPr lang="en-US" sz="2400">
                <a:solidFill>
                  <a:srgbClr val="272525"/>
                </a:solidFill>
              </a:rPr>
            </a:br>
            <a:r>
              <a:rPr lang="en-US" sz="2400">
                <a:solidFill>
                  <a:schemeClr val="dk1"/>
                </a:solidFill>
              </a:rPr>
              <a:t>•</a:t>
            </a:r>
            <a:r>
              <a:rPr b="1" lang="en-US" sz="2400">
                <a:solidFill>
                  <a:srgbClr val="272525"/>
                </a:solidFill>
              </a:rPr>
              <a:t>Enlace de Nodos:</a:t>
            </a:r>
            <a:r>
              <a:rPr lang="en-US" sz="2400">
                <a:solidFill>
                  <a:srgbClr val="272525"/>
                </a:solidFill>
              </a:rPr>
              <a:t> Conectar un nodo con el siguiente o con sus hijos en una estructura.</a:t>
            </a:r>
            <a:br>
              <a:rPr lang="en-US" sz="2400">
                <a:solidFill>
                  <a:srgbClr val="272525"/>
                </a:solidFill>
              </a:rPr>
            </a:br>
            <a:r>
              <a:rPr lang="en-US" sz="2400">
                <a:solidFill>
                  <a:schemeClr val="dk1"/>
                </a:solidFill>
              </a:rPr>
              <a:t>•</a:t>
            </a:r>
            <a:r>
              <a:rPr b="1" lang="en-US" sz="2400">
                <a:solidFill>
                  <a:srgbClr val="272525"/>
                </a:solidFill>
              </a:rPr>
              <a:t>Gestión de Memoria Dinámica:</a:t>
            </a:r>
            <a:r>
              <a:rPr lang="en-US" sz="2400">
                <a:solidFill>
                  <a:srgbClr val="272525"/>
                </a:solidFill>
              </a:rPr>
              <a:t> Reservar y liberar espacio en memoria en tiempo de ejecución.</a:t>
            </a:r>
            <a:endParaRPr sz="2400">
              <a:solidFill>
                <a:srgbClr val="272525"/>
              </a:solidFill>
            </a:endParaRPr>
          </a:p>
          <a:p>
            <a:pPr indent="0" lvl="0" marL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72525"/>
              </a:solidFill>
            </a:endParaRPr>
          </a:p>
          <a:p>
            <a:pPr indent="0" lvl="0" marL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72525"/>
              </a:solidFill>
            </a:endParaRPr>
          </a:p>
          <a:p>
            <a:pPr indent="0" lvl="0" marL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72525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2600">
              <a:solidFill>
                <a:srgbClr val="272525"/>
              </a:solidFill>
            </a:endParaRPr>
          </a:p>
        </p:txBody>
      </p:sp>
      <p:pic>
        <p:nvPicPr>
          <p:cNvPr id="302" name="Google Shape;302;g39f3c4005a4_0_12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0425" y="6821950"/>
            <a:ext cx="12287250" cy="3067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3" name="Google Shape;303;g39f3c4005a4_0_1206"/>
          <p:cNvGrpSpPr/>
          <p:nvPr/>
        </p:nvGrpSpPr>
        <p:grpSpPr>
          <a:xfrm>
            <a:off x="14542616" y="8068530"/>
            <a:ext cx="3456940" cy="2132457"/>
            <a:chOff x="63500" y="63500"/>
            <a:chExt cx="3456940" cy="2132457"/>
          </a:xfrm>
        </p:grpSpPr>
        <p:sp>
          <p:nvSpPr>
            <p:cNvPr id="304" name="Google Shape;304;g39f3c4005a4_0_1206"/>
            <p:cNvSpPr/>
            <p:nvPr/>
          </p:nvSpPr>
          <p:spPr>
            <a:xfrm>
              <a:off x="66040" y="109601"/>
              <a:ext cx="3454400" cy="2086356"/>
            </a:xfrm>
            <a:custGeom>
              <a:rect b="b" l="l" r="r" t="t"/>
              <a:pathLst>
                <a:path extrusionOk="0" h="2086356" w="3454400">
                  <a:moveTo>
                    <a:pt x="3454400" y="0"/>
                  </a:moveTo>
                  <a:cubicBezTo>
                    <a:pt x="3136011" y="56261"/>
                    <a:pt x="2868549" y="247396"/>
                    <a:pt x="2643759" y="483108"/>
                  </a:cubicBezTo>
                  <a:cubicBezTo>
                    <a:pt x="2493137" y="640969"/>
                    <a:pt x="2350770" y="838454"/>
                    <a:pt x="2124964" y="870331"/>
                  </a:cubicBezTo>
                  <a:cubicBezTo>
                    <a:pt x="2097024" y="874268"/>
                    <a:pt x="2068957" y="876173"/>
                    <a:pt x="2040890" y="876173"/>
                  </a:cubicBezTo>
                  <a:cubicBezTo>
                    <a:pt x="1731645" y="876173"/>
                    <a:pt x="1419733" y="652526"/>
                    <a:pt x="1137793" y="556895"/>
                  </a:cubicBezTo>
                  <a:cubicBezTo>
                    <a:pt x="1011682" y="514096"/>
                    <a:pt x="866140" y="484759"/>
                    <a:pt x="723011" y="484759"/>
                  </a:cubicBezTo>
                  <a:cubicBezTo>
                    <a:pt x="490093" y="484759"/>
                    <a:pt x="263271" y="562229"/>
                    <a:pt x="135636" y="784860"/>
                  </a:cubicBezTo>
                  <a:cubicBezTo>
                    <a:pt x="0" y="1021334"/>
                    <a:pt x="57912" y="1323086"/>
                    <a:pt x="133350" y="1587246"/>
                  </a:cubicBezTo>
                  <a:cubicBezTo>
                    <a:pt x="179705" y="1749679"/>
                    <a:pt x="231394" y="1919224"/>
                    <a:pt x="244602" y="2086356"/>
                  </a:cubicBezTo>
                  <a:lnTo>
                    <a:pt x="3454400" y="2086356"/>
                  </a:lnTo>
                  <a:lnTo>
                    <a:pt x="3454400" y="0"/>
                  </a:lnTo>
                  <a:close/>
                </a:path>
              </a:pathLst>
            </a:custGeom>
            <a:solidFill>
              <a:srgbClr val="FAB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39f3c4005a4_0_1206"/>
            <p:cNvSpPr/>
            <p:nvPr/>
          </p:nvSpPr>
          <p:spPr>
            <a:xfrm>
              <a:off x="63500" y="63500"/>
              <a:ext cx="3456940" cy="2132330"/>
            </a:xfrm>
            <a:custGeom>
              <a:rect b="b" l="l" r="r" t="t"/>
              <a:pathLst>
                <a:path extrusionOk="0" h="2132330" w="3456940">
                  <a:moveTo>
                    <a:pt x="0" y="0"/>
                  </a:moveTo>
                  <a:lnTo>
                    <a:pt x="0" y="2132330"/>
                  </a:lnTo>
                  <a:lnTo>
                    <a:pt x="3456940" y="2132330"/>
                  </a:lnTo>
                  <a:lnTo>
                    <a:pt x="345694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13"/>
          <p:cNvGrpSpPr/>
          <p:nvPr/>
        </p:nvGrpSpPr>
        <p:grpSpPr>
          <a:xfrm>
            <a:off x="-3" y="-3"/>
            <a:ext cx="3251324" cy="3322959"/>
            <a:chOff x="63500" y="63500"/>
            <a:chExt cx="3251327" cy="3322955"/>
          </a:xfrm>
        </p:grpSpPr>
        <p:sp>
          <p:nvSpPr>
            <p:cNvPr id="311" name="Google Shape;311;p13"/>
            <p:cNvSpPr/>
            <p:nvPr/>
          </p:nvSpPr>
          <p:spPr>
            <a:xfrm>
              <a:off x="63500" y="63500"/>
              <a:ext cx="3250311" cy="3319907"/>
            </a:xfrm>
            <a:custGeom>
              <a:rect b="b" l="l" r="r" t="t"/>
              <a:pathLst>
                <a:path extrusionOk="0" h="3319907" w="3250311">
                  <a:moveTo>
                    <a:pt x="0" y="0"/>
                  </a:moveTo>
                  <a:lnTo>
                    <a:pt x="0" y="2186432"/>
                  </a:lnTo>
                  <a:lnTo>
                    <a:pt x="0" y="2186432"/>
                  </a:lnTo>
                  <a:cubicBezTo>
                    <a:pt x="50038" y="2166874"/>
                    <a:pt x="100711" y="2149094"/>
                    <a:pt x="152908" y="2135886"/>
                  </a:cubicBezTo>
                  <a:cubicBezTo>
                    <a:pt x="209677" y="2121408"/>
                    <a:pt x="268732" y="2112518"/>
                    <a:pt x="327406" y="2112518"/>
                  </a:cubicBezTo>
                  <a:cubicBezTo>
                    <a:pt x="387858" y="2112518"/>
                    <a:pt x="447802" y="2121916"/>
                    <a:pt x="503936" y="2144395"/>
                  </a:cubicBezTo>
                  <a:cubicBezTo>
                    <a:pt x="624713" y="2192782"/>
                    <a:pt x="716026" y="2297049"/>
                    <a:pt x="777494" y="2411857"/>
                  </a:cubicBezTo>
                  <a:cubicBezTo>
                    <a:pt x="838962" y="2526665"/>
                    <a:pt x="874268" y="2653157"/>
                    <a:pt x="914400" y="2776982"/>
                  </a:cubicBezTo>
                  <a:cubicBezTo>
                    <a:pt x="954532" y="2900807"/>
                    <a:pt x="1000760" y="3025267"/>
                    <a:pt x="1080008" y="3128518"/>
                  </a:cubicBezTo>
                  <a:cubicBezTo>
                    <a:pt x="1119632" y="3180080"/>
                    <a:pt x="1167384" y="3225927"/>
                    <a:pt x="1222883" y="3259963"/>
                  </a:cubicBezTo>
                  <a:cubicBezTo>
                    <a:pt x="1278382" y="3293999"/>
                    <a:pt x="1341755" y="3315843"/>
                    <a:pt x="1406779" y="3319399"/>
                  </a:cubicBezTo>
                  <a:cubicBezTo>
                    <a:pt x="1413002" y="3319780"/>
                    <a:pt x="1419225" y="3319907"/>
                    <a:pt x="1425448" y="3319907"/>
                  </a:cubicBezTo>
                  <a:cubicBezTo>
                    <a:pt x="1484376" y="3319907"/>
                    <a:pt x="1543050" y="3305175"/>
                    <a:pt x="1596263" y="3279648"/>
                  </a:cubicBezTo>
                  <a:cubicBezTo>
                    <a:pt x="1655064" y="3251581"/>
                    <a:pt x="1707388" y="3210687"/>
                    <a:pt x="1751965" y="3163189"/>
                  </a:cubicBezTo>
                  <a:cubicBezTo>
                    <a:pt x="1841119" y="3067939"/>
                    <a:pt x="1898523" y="2947797"/>
                    <a:pt x="1947672" y="2827020"/>
                  </a:cubicBezTo>
                  <a:cubicBezTo>
                    <a:pt x="1996821" y="2706243"/>
                    <a:pt x="2039366" y="2581910"/>
                    <a:pt x="2104771" y="2469134"/>
                  </a:cubicBezTo>
                  <a:cubicBezTo>
                    <a:pt x="2170176" y="2356358"/>
                    <a:pt x="2261870" y="2253615"/>
                    <a:pt x="2381885" y="2202688"/>
                  </a:cubicBezTo>
                  <a:cubicBezTo>
                    <a:pt x="2450719" y="2173478"/>
                    <a:pt x="2525776" y="2162556"/>
                    <a:pt x="2600452" y="2158365"/>
                  </a:cubicBezTo>
                  <a:cubicBezTo>
                    <a:pt x="2675128" y="2154174"/>
                    <a:pt x="2749931" y="2156460"/>
                    <a:pt x="2824480" y="2152650"/>
                  </a:cubicBezTo>
                  <a:cubicBezTo>
                    <a:pt x="2899029" y="2148840"/>
                    <a:pt x="2974340" y="2138553"/>
                    <a:pt x="3043555" y="2110486"/>
                  </a:cubicBezTo>
                  <a:cubicBezTo>
                    <a:pt x="3112770" y="2082419"/>
                    <a:pt x="3176016" y="2034921"/>
                    <a:pt x="3212592" y="1969770"/>
                  </a:cubicBezTo>
                  <a:cubicBezTo>
                    <a:pt x="3238627" y="1923288"/>
                    <a:pt x="3250311" y="1869313"/>
                    <a:pt x="3248914" y="1815973"/>
                  </a:cubicBezTo>
                  <a:cubicBezTo>
                    <a:pt x="3247517" y="1762633"/>
                    <a:pt x="3233547" y="1710055"/>
                    <a:pt x="3211195" y="1661668"/>
                  </a:cubicBezTo>
                  <a:cubicBezTo>
                    <a:pt x="3166491" y="1564894"/>
                    <a:pt x="3090164" y="1486408"/>
                    <a:pt x="3009392" y="1416685"/>
                  </a:cubicBezTo>
                  <a:cubicBezTo>
                    <a:pt x="2928620" y="1346962"/>
                    <a:pt x="2842006" y="1283716"/>
                    <a:pt x="2768219" y="1206754"/>
                  </a:cubicBezTo>
                  <a:cubicBezTo>
                    <a:pt x="2694432" y="1129792"/>
                    <a:pt x="2632964" y="1036193"/>
                    <a:pt x="2616708" y="930783"/>
                  </a:cubicBezTo>
                  <a:cubicBezTo>
                    <a:pt x="2602357" y="837184"/>
                    <a:pt x="2624963" y="740664"/>
                    <a:pt x="2665603" y="655066"/>
                  </a:cubicBezTo>
                  <a:cubicBezTo>
                    <a:pt x="2706243" y="569468"/>
                    <a:pt x="2764282" y="493395"/>
                    <a:pt x="2824099" y="419989"/>
                  </a:cubicBezTo>
                  <a:cubicBezTo>
                    <a:pt x="2883916" y="346583"/>
                    <a:pt x="2946019" y="274447"/>
                    <a:pt x="2996819" y="194437"/>
                  </a:cubicBezTo>
                  <a:cubicBezTo>
                    <a:pt x="3034919" y="134366"/>
                    <a:pt x="3066542" y="68961"/>
                    <a:pt x="3083560" y="127"/>
                  </a:cubicBezTo>
                  <a:close/>
                </a:path>
              </a:pathLst>
            </a:custGeom>
            <a:solidFill>
              <a:srgbClr val="16B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3500" y="63500"/>
              <a:ext cx="3251327" cy="3322955"/>
            </a:xfrm>
            <a:custGeom>
              <a:rect b="b" l="l" r="r" t="t"/>
              <a:pathLst>
                <a:path extrusionOk="0" h="3322955" w="3251327">
                  <a:moveTo>
                    <a:pt x="0" y="0"/>
                  </a:moveTo>
                  <a:lnTo>
                    <a:pt x="0" y="3322955"/>
                  </a:lnTo>
                  <a:lnTo>
                    <a:pt x="3251327" y="3322955"/>
                  </a:lnTo>
                  <a:lnTo>
                    <a:pt x="32513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313" name="Google Shape;313;p13"/>
          <p:cNvSpPr/>
          <p:nvPr/>
        </p:nvSpPr>
        <p:spPr>
          <a:xfrm>
            <a:off x="6665147" y="4055469"/>
            <a:ext cx="102876" cy="102749"/>
          </a:xfrm>
          <a:custGeom>
            <a:rect b="b" l="l" r="r" t="t"/>
            <a:pathLst>
              <a:path extrusionOk="0" h="102743" w="102870">
                <a:moveTo>
                  <a:pt x="102870" y="51435"/>
                </a:moveTo>
                <a:cubicBezTo>
                  <a:pt x="102870" y="54864"/>
                  <a:pt x="102489" y="58166"/>
                  <a:pt x="101854" y="61468"/>
                </a:cubicBezTo>
                <a:cubicBezTo>
                  <a:pt x="101219" y="64770"/>
                  <a:pt x="100203" y="67945"/>
                  <a:pt x="98933" y="71120"/>
                </a:cubicBezTo>
                <a:cubicBezTo>
                  <a:pt x="97663" y="74295"/>
                  <a:pt x="96012" y="77216"/>
                  <a:pt x="94234" y="80010"/>
                </a:cubicBezTo>
                <a:cubicBezTo>
                  <a:pt x="92456" y="82804"/>
                  <a:pt x="90170" y="85471"/>
                  <a:pt x="87884" y="87757"/>
                </a:cubicBezTo>
                <a:cubicBezTo>
                  <a:pt x="85598" y="90043"/>
                  <a:pt x="82931" y="92329"/>
                  <a:pt x="80137" y="94107"/>
                </a:cubicBezTo>
                <a:cubicBezTo>
                  <a:pt x="77343" y="95885"/>
                  <a:pt x="74422" y="97536"/>
                  <a:pt x="71247" y="98806"/>
                </a:cubicBezTo>
                <a:cubicBezTo>
                  <a:pt x="68072" y="100076"/>
                  <a:pt x="64897" y="101092"/>
                  <a:pt x="61595" y="101727"/>
                </a:cubicBezTo>
                <a:cubicBezTo>
                  <a:pt x="58293" y="102362"/>
                  <a:pt x="54991" y="102743"/>
                  <a:pt x="51562" y="102743"/>
                </a:cubicBezTo>
                <a:cubicBezTo>
                  <a:pt x="48133" y="102743"/>
                  <a:pt x="44831" y="102362"/>
                  <a:pt x="41529" y="101727"/>
                </a:cubicBezTo>
                <a:cubicBezTo>
                  <a:pt x="38227" y="101092"/>
                  <a:pt x="35052" y="100076"/>
                  <a:pt x="31877" y="98806"/>
                </a:cubicBezTo>
                <a:cubicBezTo>
                  <a:pt x="28702" y="97536"/>
                  <a:pt x="25781" y="95885"/>
                  <a:pt x="22987" y="94107"/>
                </a:cubicBezTo>
                <a:cubicBezTo>
                  <a:pt x="20193" y="92329"/>
                  <a:pt x="17526" y="90043"/>
                  <a:pt x="15240" y="87757"/>
                </a:cubicBezTo>
                <a:cubicBezTo>
                  <a:pt x="12954" y="85471"/>
                  <a:pt x="10668" y="82804"/>
                  <a:pt x="8890" y="80010"/>
                </a:cubicBezTo>
                <a:cubicBezTo>
                  <a:pt x="7112" y="77216"/>
                  <a:pt x="5461" y="74295"/>
                  <a:pt x="4191" y="71120"/>
                </a:cubicBezTo>
                <a:cubicBezTo>
                  <a:pt x="2921" y="67945"/>
                  <a:pt x="1905" y="64770"/>
                  <a:pt x="1270" y="61468"/>
                </a:cubicBezTo>
                <a:cubicBezTo>
                  <a:pt x="635" y="58166"/>
                  <a:pt x="0" y="54864"/>
                  <a:pt x="0" y="51435"/>
                </a:cubicBezTo>
                <a:cubicBezTo>
                  <a:pt x="0" y="48006"/>
                  <a:pt x="381" y="44704"/>
                  <a:pt x="1016" y="41402"/>
                </a:cubicBezTo>
                <a:cubicBezTo>
                  <a:pt x="1651" y="38100"/>
                  <a:pt x="2667" y="34925"/>
                  <a:pt x="3937" y="31750"/>
                </a:cubicBezTo>
                <a:cubicBezTo>
                  <a:pt x="5207" y="28575"/>
                  <a:pt x="6858" y="25654"/>
                  <a:pt x="8636" y="22860"/>
                </a:cubicBezTo>
                <a:cubicBezTo>
                  <a:pt x="10414" y="20066"/>
                  <a:pt x="12700" y="17399"/>
                  <a:pt x="14986" y="15113"/>
                </a:cubicBezTo>
                <a:cubicBezTo>
                  <a:pt x="17272" y="12827"/>
                  <a:pt x="19939" y="10541"/>
                  <a:pt x="22733" y="8763"/>
                </a:cubicBezTo>
                <a:cubicBezTo>
                  <a:pt x="25527" y="6985"/>
                  <a:pt x="28448" y="5334"/>
                  <a:pt x="31623" y="4064"/>
                </a:cubicBezTo>
                <a:cubicBezTo>
                  <a:pt x="34798" y="2794"/>
                  <a:pt x="37973" y="1778"/>
                  <a:pt x="41275" y="1143"/>
                </a:cubicBezTo>
                <a:cubicBezTo>
                  <a:pt x="44577" y="508"/>
                  <a:pt x="48006" y="0"/>
                  <a:pt x="51435" y="0"/>
                </a:cubicBezTo>
                <a:cubicBezTo>
                  <a:pt x="54864" y="0"/>
                  <a:pt x="58166" y="381"/>
                  <a:pt x="61468" y="1016"/>
                </a:cubicBezTo>
                <a:cubicBezTo>
                  <a:pt x="64770" y="1651"/>
                  <a:pt x="67945" y="2667"/>
                  <a:pt x="71120" y="3937"/>
                </a:cubicBezTo>
                <a:cubicBezTo>
                  <a:pt x="74295" y="5207"/>
                  <a:pt x="77216" y="6858"/>
                  <a:pt x="80010" y="8636"/>
                </a:cubicBezTo>
                <a:cubicBezTo>
                  <a:pt x="82804" y="10414"/>
                  <a:pt x="85471" y="12700"/>
                  <a:pt x="87757" y="14986"/>
                </a:cubicBezTo>
                <a:cubicBezTo>
                  <a:pt x="90043" y="17272"/>
                  <a:pt x="92329" y="19939"/>
                  <a:pt x="94107" y="22733"/>
                </a:cubicBezTo>
                <a:cubicBezTo>
                  <a:pt x="95885" y="25527"/>
                  <a:pt x="97536" y="28448"/>
                  <a:pt x="98806" y="31623"/>
                </a:cubicBezTo>
                <a:cubicBezTo>
                  <a:pt x="100076" y="34798"/>
                  <a:pt x="101092" y="37973"/>
                  <a:pt x="101727" y="41275"/>
                </a:cubicBezTo>
                <a:cubicBezTo>
                  <a:pt x="102362" y="44577"/>
                  <a:pt x="102743" y="47879"/>
                  <a:pt x="102743" y="51308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6665147" y="4775683"/>
            <a:ext cx="102876" cy="102749"/>
          </a:xfrm>
          <a:custGeom>
            <a:rect b="b" l="l" r="r" t="t"/>
            <a:pathLst>
              <a:path extrusionOk="0" h="102743" w="102870">
                <a:moveTo>
                  <a:pt x="102870" y="51435"/>
                </a:moveTo>
                <a:cubicBezTo>
                  <a:pt x="102870" y="54864"/>
                  <a:pt x="102489" y="58166"/>
                  <a:pt x="101854" y="61468"/>
                </a:cubicBezTo>
                <a:cubicBezTo>
                  <a:pt x="101219" y="64770"/>
                  <a:pt x="100203" y="67945"/>
                  <a:pt x="98933" y="71120"/>
                </a:cubicBezTo>
                <a:cubicBezTo>
                  <a:pt x="97663" y="74295"/>
                  <a:pt x="96012" y="77216"/>
                  <a:pt x="94234" y="80010"/>
                </a:cubicBezTo>
                <a:cubicBezTo>
                  <a:pt x="92456" y="82804"/>
                  <a:pt x="90170" y="85471"/>
                  <a:pt x="87884" y="87757"/>
                </a:cubicBezTo>
                <a:cubicBezTo>
                  <a:pt x="85598" y="90043"/>
                  <a:pt x="82931" y="92329"/>
                  <a:pt x="80137" y="94107"/>
                </a:cubicBezTo>
                <a:cubicBezTo>
                  <a:pt x="77343" y="95885"/>
                  <a:pt x="74422" y="97536"/>
                  <a:pt x="71247" y="98806"/>
                </a:cubicBezTo>
                <a:cubicBezTo>
                  <a:pt x="68072" y="100076"/>
                  <a:pt x="64897" y="101092"/>
                  <a:pt x="61595" y="101727"/>
                </a:cubicBezTo>
                <a:cubicBezTo>
                  <a:pt x="58293" y="102362"/>
                  <a:pt x="54991" y="102743"/>
                  <a:pt x="51562" y="102743"/>
                </a:cubicBezTo>
                <a:cubicBezTo>
                  <a:pt x="48133" y="102743"/>
                  <a:pt x="44831" y="102362"/>
                  <a:pt x="41529" y="101727"/>
                </a:cubicBezTo>
                <a:cubicBezTo>
                  <a:pt x="38227" y="101092"/>
                  <a:pt x="35052" y="100076"/>
                  <a:pt x="31877" y="98806"/>
                </a:cubicBezTo>
                <a:cubicBezTo>
                  <a:pt x="28702" y="97536"/>
                  <a:pt x="25781" y="95885"/>
                  <a:pt x="22987" y="94107"/>
                </a:cubicBezTo>
                <a:cubicBezTo>
                  <a:pt x="20193" y="92329"/>
                  <a:pt x="17526" y="90043"/>
                  <a:pt x="15240" y="87757"/>
                </a:cubicBezTo>
                <a:cubicBezTo>
                  <a:pt x="12954" y="85471"/>
                  <a:pt x="10668" y="82804"/>
                  <a:pt x="8890" y="80010"/>
                </a:cubicBezTo>
                <a:cubicBezTo>
                  <a:pt x="7112" y="77216"/>
                  <a:pt x="5461" y="74295"/>
                  <a:pt x="4191" y="71120"/>
                </a:cubicBezTo>
                <a:cubicBezTo>
                  <a:pt x="2921" y="67945"/>
                  <a:pt x="1905" y="64770"/>
                  <a:pt x="1270" y="61468"/>
                </a:cubicBezTo>
                <a:cubicBezTo>
                  <a:pt x="635" y="58166"/>
                  <a:pt x="0" y="54864"/>
                  <a:pt x="0" y="51435"/>
                </a:cubicBezTo>
                <a:cubicBezTo>
                  <a:pt x="0" y="48006"/>
                  <a:pt x="381" y="44704"/>
                  <a:pt x="1016" y="41402"/>
                </a:cubicBezTo>
                <a:cubicBezTo>
                  <a:pt x="1651" y="38100"/>
                  <a:pt x="2667" y="34925"/>
                  <a:pt x="3937" y="31750"/>
                </a:cubicBezTo>
                <a:cubicBezTo>
                  <a:pt x="5207" y="28575"/>
                  <a:pt x="6858" y="25654"/>
                  <a:pt x="8636" y="22860"/>
                </a:cubicBezTo>
                <a:cubicBezTo>
                  <a:pt x="10414" y="20066"/>
                  <a:pt x="12700" y="17399"/>
                  <a:pt x="14986" y="15113"/>
                </a:cubicBezTo>
                <a:cubicBezTo>
                  <a:pt x="17272" y="12827"/>
                  <a:pt x="19939" y="10541"/>
                  <a:pt x="22733" y="8763"/>
                </a:cubicBezTo>
                <a:cubicBezTo>
                  <a:pt x="25527" y="6985"/>
                  <a:pt x="28448" y="5334"/>
                  <a:pt x="31623" y="4064"/>
                </a:cubicBezTo>
                <a:cubicBezTo>
                  <a:pt x="34798" y="2794"/>
                  <a:pt x="37973" y="1778"/>
                  <a:pt x="41275" y="1143"/>
                </a:cubicBezTo>
                <a:cubicBezTo>
                  <a:pt x="44577" y="508"/>
                  <a:pt x="48006" y="0"/>
                  <a:pt x="51435" y="0"/>
                </a:cubicBezTo>
                <a:cubicBezTo>
                  <a:pt x="54864" y="0"/>
                  <a:pt x="58166" y="381"/>
                  <a:pt x="61468" y="1016"/>
                </a:cubicBezTo>
                <a:cubicBezTo>
                  <a:pt x="64770" y="1651"/>
                  <a:pt x="67945" y="2667"/>
                  <a:pt x="71120" y="3937"/>
                </a:cubicBezTo>
                <a:cubicBezTo>
                  <a:pt x="74295" y="5207"/>
                  <a:pt x="77216" y="6858"/>
                  <a:pt x="80010" y="8636"/>
                </a:cubicBezTo>
                <a:cubicBezTo>
                  <a:pt x="82804" y="10414"/>
                  <a:pt x="85471" y="12700"/>
                  <a:pt x="87757" y="14986"/>
                </a:cubicBezTo>
                <a:cubicBezTo>
                  <a:pt x="90043" y="17272"/>
                  <a:pt x="92329" y="19939"/>
                  <a:pt x="94107" y="22733"/>
                </a:cubicBezTo>
                <a:cubicBezTo>
                  <a:pt x="95885" y="25527"/>
                  <a:pt x="97536" y="28448"/>
                  <a:pt x="98806" y="31623"/>
                </a:cubicBezTo>
                <a:cubicBezTo>
                  <a:pt x="100076" y="34798"/>
                  <a:pt x="101092" y="37973"/>
                  <a:pt x="101727" y="41275"/>
                </a:cubicBezTo>
                <a:cubicBezTo>
                  <a:pt x="102362" y="44577"/>
                  <a:pt x="102743" y="47879"/>
                  <a:pt x="102743" y="51308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6665147" y="5495896"/>
            <a:ext cx="102876" cy="102749"/>
          </a:xfrm>
          <a:custGeom>
            <a:rect b="b" l="l" r="r" t="t"/>
            <a:pathLst>
              <a:path extrusionOk="0" h="102743" w="102870">
                <a:moveTo>
                  <a:pt x="102870" y="51435"/>
                </a:moveTo>
                <a:cubicBezTo>
                  <a:pt x="102870" y="54864"/>
                  <a:pt x="102489" y="58166"/>
                  <a:pt x="101854" y="61468"/>
                </a:cubicBezTo>
                <a:cubicBezTo>
                  <a:pt x="101219" y="64770"/>
                  <a:pt x="100203" y="67945"/>
                  <a:pt x="98933" y="71120"/>
                </a:cubicBezTo>
                <a:cubicBezTo>
                  <a:pt x="97663" y="74295"/>
                  <a:pt x="96012" y="77216"/>
                  <a:pt x="94234" y="80010"/>
                </a:cubicBezTo>
                <a:cubicBezTo>
                  <a:pt x="92456" y="82804"/>
                  <a:pt x="90170" y="85471"/>
                  <a:pt x="87884" y="87757"/>
                </a:cubicBezTo>
                <a:cubicBezTo>
                  <a:pt x="85598" y="90043"/>
                  <a:pt x="82931" y="92329"/>
                  <a:pt x="80137" y="94107"/>
                </a:cubicBezTo>
                <a:cubicBezTo>
                  <a:pt x="77343" y="95885"/>
                  <a:pt x="74422" y="97536"/>
                  <a:pt x="71247" y="98806"/>
                </a:cubicBezTo>
                <a:cubicBezTo>
                  <a:pt x="68072" y="100076"/>
                  <a:pt x="64897" y="101092"/>
                  <a:pt x="61595" y="101727"/>
                </a:cubicBezTo>
                <a:cubicBezTo>
                  <a:pt x="58293" y="102362"/>
                  <a:pt x="54991" y="102743"/>
                  <a:pt x="51562" y="102743"/>
                </a:cubicBezTo>
                <a:cubicBezTo>
                  <a:pt x="48133" y="102743"/>
                  <a:pt x="44831" y="102362"/>
                  <a:pt x="41529" y="101727"/>
                </a:cubicBezTo>
                <a:cubicBezTo>
                  <a:pt x="38227" y="101092"/>
                  <a:pt x="35052" y="100076"/>
                  <a:pt x="31877" y="98806"/>
                </a:cubicBezTo>
                <a:cubicBezTo>
                  <a:pt x="28702" y="97536"/>
                  <a:pt x="25781" y="95885"/>
                  <a:pt x="22987" y="94107"/>
                </a:cubicBezTo>
                <a:cubicBezTo>
                  <a:pt x="20193" y="92329"/>
                  <a:pt x="17526" y="90043"/>
                  <a:pt x="15240" y="87757"/>
                </a:cubicBezTo>
                <a:cubicBezTo>
                  <a:pt x="12954" y="85471"/>
                  <a:pt x="10668" y="82804"/>
                  <a:pt x="8890" y="80010"/>
                </a:cubicBezTo>
                <a:cubicBezTo>
                  <a:pt x="7112" y="77216"/>
                  <a:pt x="5461" y="74295"/>
                  <a:pt x="4191" y="71120"/>
                </a:cubicBezTo>
                <a:cubicBezTo>
                  <a:pt x="2921" y="67945"/>
                  <a:pt x="1905" y="64770"/>
                  <a:pt x="1270" y="61468"/>
                </a:cubicBezTo>
                <a:cubicBezTo>
                  <a:pt x="635" y="58166"/>
                  <a:pt x="0" y="54864"/>
                  <a:pt x="0" y="51435"/>
                </a:cubicBezTo>
                <a:cubicBezTo>
                  <a:pt x="0" y="48006"/>
                  <a:pt x="381" y="44704"/>
                  <a:pt x="1016" y="41402"/>
                </a:cubicBezTo>
                <a:cubicBezTo>
                  <a:pt x="1651" y="38100"/>
                  <a:pt x="2667" y="34925"/>
                  <a:pt x="3937" y="31750"/>
                </a:cubicBezTo>
                <a:cubicBezTo>
                  <a:pt x="5207" y="28575"/>
                  <a:pt x="6858" y="25654"/>
                  <a:pt x="8636" y="22860"/>
                </a:cubicBezTo>
                <a:cubicBezTo>
                  <a:pt x="10414" y="20066"/>
                  <a:pt x="12700" y="17399"/>
                  <a:pt x="14986" y="15113"/>
                </a:cubicBezTo>
                <a:cubicBezTo>
                  <a:pt x="17272" y="12827"/>
                  <a:pt x="19939" y="10541"/>
                  <a:pt x="22733" y="8763"/>
                </a:cubicBezTo>
                <a:cubicBezTo>
                  <a:pt x="25527" y="6985"/>
                  <a:pt x="28448" y="5334"/>
                  <a:pt x="31623" y="4064"/>
                </a:cubicBezTo>
                <a:cubicBezTo>
                  <a:pt x="34798" y="2794"/>
                  <a:pt x="37973" y="1778"/>
                  <a:pt x="41275" y="1143"/>
                </a:cubicBezTo>
                <a:cubicBezTo>
                  <a:pt x="44577" y="508"/>
                  <a:pt x="48006" y="0"/>
                  <a:pt x="51435" y="0"/>
                </a:cubicBezTo>
                <a:cubicBezTo>
                  <a:pt x="54864" y="0"/>
                  <a:pt x="58166" y="381"/>
                  <a:pt x="61468" y="1016"/>
                </a:cubicBezTo>
                <a:cubicBezTo>
                  <a:pt x="64770" y="1651"/>
                  <a:pt x="67945" y="2667"/>
                  <a:pt x="71120" y="3937"/>
                </a:cubicBezTo>
                <a:cubicBezTo>
                  <a:pt x="74295" y="5207"/>
                  <a:pt x="77216" y="6858"/>
                  <a:pt x="80010" y="8636"/>
                </a:cubicBezTo>
                <a:cubicBezTo>
                  <a:pt x="82804" y="10414"/>
                  <a:pt x="85471" y="12700"/>
                  <a:pt x="87757" y="14986"/>
                </a:cubicBezTo>
                <a:cubicBezTo>
                  <a:pt x="90043" y="17272"/>
                  <a:pt x="92329" y="19939"/>
                  <a:pt x="94107" y="22733"/>
                </a:cubicBezTo>
                <a:cubicBezTo>
                  <a:pt x="95885" y="25527"/>
                  <a:pt x="97536" y="28448"/>
                  <a:pt x="98806" y="31623"/>
                </a:cubicBezTo>
                <a:cubicBezTo>
                  <a:pt x="100076" y="34798"/>
                  <a:pt x="101092" y="37973"/>
                  <a:pt x="101727" y="41275"/>
                </a:cubicBezTo>
                <a:cubicBezTo>
                  <a:pt x="102362" y="44577"/>
                  <a:pt x="102743" y="47879"/>
                  <a:pt x="102743" y="51308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p13"/>
          <p:cNvGrpSpPr/>
          <p:nvPr/>
        </p:nvGrpSpPr>
        <p:grpSpPr>
          <a:xfrm>
            <a:off x="12744818" y="5856119"/>
            <a:ext cx="5543167" cy="4430901"/>
            <a:chOff x="63500" y="63500"/>
            <a:chExt cx="5543169" cy="4430903"/>
          </a:xfrm>
        </p:grpSpPr>
        <p:sp>
          <p:nvSpPr>
            <p:cNvPr id="317" name="Google Shape;317;p13"/>
            <p:cNvSpPr/>
            <p:nvPr/>
          </p:nvSpPr>
          <p:spPr>
            <a:xfrm>
              <a:off x="1631188" y="2020062"/>
              <a:ext cx="3975481" cy="2474214"/>
            </a:xfrm>
            <a:custGeom>
              <a:rect b="b" l="l" r="r" t="t"/>
              <a:pathLst>
                <a:path extrusionOk="0" h="2474214" w="3975481">
                  <a:moveTo>
                    <a:pt x="2338451" y="127"/>
                  </a:moveTo>
                  <a:cubicBezTo>
                    <a:pt x="2297811" y="127"/>
                    <a:pt x="2256663" y="4445"/>
                    <a:pt x="2215007" y="13589"/>
                  </a:cubicBezTo>
                  <a:cubicBezTo>
                    <a:pt x="1857248" y="92456"/>
                    <a:pt x="1685036" y="485267"/>
                    <a:pt x="1491742" y="796417"/>
                  </a:cubicBezTo>
                  <a:cubicBezTo>
                    <a:pt x="1465326" y="839089"/>
                    <a:pt x="1436116" y="882269"/>
                    <a:pt x="1393571" y="908812"/>
                  </a:cubicBezTo>
                  <a:cubicBezTo>
                    <a:pt x="1359662" y="930021"/>
                    <a:pt x="1322959" y="938276"/>
                    <a:pt x="1284986" y="938276"/>
                  </a:cubicBezTo>
                  <a:cubicBezTo>
                    <a:pt x="1196467" y="938276"/>
                    <a:pt x="1100328" y="893318"/>
                    <a:pt x="1013079" y="861314"/>
                  </a:cubicBezTo>
                  <a:cubicBezTo>
                    <a:pt x="931799" y="831469"/>
                    <a:pt x="843153" y="815340"/>
                    <a:pt x="755523" y="815340"/>
                  </a:cubicBezTo>
                  <a:cubicBezTo>
                    <a:pt x="639953" y="815340"/>
                    <a:pt x="526161" y="843407"/>
                    <a:pt x="433832" y="905256"/>
                  </a:cubicBezTo>
                  <a:lnTo>
                    <a:pt x="433832" y="905256"/>
                  </a:lnTo>
                  <a:lnTo>
                    <a:pt x="402082" y="928624"/>
                  </a:lnTo>
                  <a:lnTo>
                    <a:pt x="402082" y="928624"/>
                  </a:lnTo>
                  <a:cubicBezTo>
                    <a:pt x="381762" y="944880"/>
                    <a:pt x="362839" y="963041"/>
                    <a:pt x="345440" y="983107"/>
                  </a:cubicBezTo>
                  <a:cubicBezTo>
                    <a:pt x="168656" y="1186815"/>
                    <a:pt x="211201" y="1492123"/>
                    <a:pt x="238125" y="1760474"/>
                  </a:cubicBezTo>
                  <a:cubicBezTo>
                    <a:pt x="264668" y="2025777"/>
                    <a:pt x="233807" y="2350008"/>
                    <a:pt x="0" y="2474214"/>
                  </a:cubicBezTo>
                  <a:lnTo>
                    <a:pt x="3975481" y="2474214"/>
                  </a:lnTo>
                  <a:lnTo>
                    <a:pt x="3975481" y="395224"/>
                  </a:lnTo>
                  <a:lnTo>
                    <a:pt x="3975481" y="395224"/>
                  </a:lnTo>
                  <a:cubicBezTo>
                    <a:pt x="3833368" y="520700"/>
                    <a:pt x="3694303" y="642239"/>
                    <a:pt x="3529203" y="642239"/>
                  </a:cubicBezTo>
                  <a:cubicBezTo>
                    <a:pt x="3504438" y="642239"/>
                    <a:pt x="3478911" y="639445"/>
                    <a:pt x="3452876" y="633603"/>
                  </a:cubicBezTo>
                  <a:cubicBezTo>
                    <a:pt x="3358769" y="612394"/>
                    <a:pt x="3279394" y="550545"/>
                    <a:pt x="3205988" y="488061"/>
                  </a:cubicBezTo>
                  <a:cubicBezTo>
                    <a:pt x="2948305" y="268859"/>
                    <a:pt x="2660396" y="0"/>
                    <a:pt x="2338451" y="0"/>
                  </a:cubicBezTo>
                  <a:close/>
                </a:path>
              </a:pathLst>
            </a:custGeom>
            <a:solidFill>
              <a:srgbClr val="F5BC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3"/>
            <p:cNvSpPr/>
            <p:nvPr/>
          </p:nvSpPr>
          <p:spPr>
            <a:xfrm>
              <a:off x="63500" y="63500"/>
              <a:ext cx="5543169" cy="4430903"/>
            </a:xfrm>
            <a:custGeom>
              <a:rect b="b" l="l" r="r" t="t"/>
              <a:pathLst>
                <a:path extrusionOk="0" h="4430903" w="5543169">
                  <a:moveTo>
                    <a:pt x="0" y="0"/>
                  </a:moveTo>
                  <a:lnTo>
                    <a:pt x="0" y="4430903"/>
                  </a:lnTo>
                  <a:lnTo>
                    <a:pt x="5543169" y="4430903"/>
                  </a:lnTo>
                  <a:lnTo>
                    <a:pt x="55431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319" name="Google Shape;319;p13"/>
          <p:cNvSpPr txBox="1"/>
          <p:nvPr/>
        </p:nvSpPr>
        <p:spPr>
          <a:xfrm>
            <a:off x="4399740" y="672465"/>
            <a:ext cx="9912563" cy="1274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6947278" y="3664820"/>
            <a:ext cx="4335951" cy="2876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3"/>
              <a:buFont typeface="Arial"/>
              <a:buNone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Datos primitivos Datos compuestos TDA Operaciones con TDA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4"/>
          <p:cNvGrpSpPr/>
          <p:nvPr/>
        </p:nvGrpSpPr>
        <p:grpSpPr>
          <a:xfrm>
            <a:off x="3967350" y="4439324"/>
            <a:ext cx="9895466" cy="44705"/>
            <a:chOff x="63500" y="63500"/>
            <a:chExt cx="9895459" cy="44704"/>
          </a:xfrm>
        </p:grpSpPr>
        <p:sp>
          <p:nvSpPr>
            <p:cNvPr id="326" name="Google Shape;326;p14"/>
            <p:cNvSpPr/>
            <p:nvPr/>
          </p:nvSpPr>
          <p:spPr>
            <a:xfrm>
              <a:off x="63500" y="63500"/>
              <a:ext cx="9779381" cy="44704"/>
            </a:xfrm>
            <a:custGeom>
              <a:rect b="b" l="l" r="r" t="t"/>
              <a:pathLst>
                <a:path extrusionOk="0" h="44704" w="9779381">
                  <a:moveTo>
                    <a:pt x="0" y="0"/>
                  </a:moveTo>
                  <a:lnTo>
                    <a:pt x="0" y="44704"/>
                  </a:lnTo>
                  <a:lnTo>
                    <a:pt x="3606546" y="44704"/>
                  </a:lnTo>
                  <a:lnTo>
                    <a:pt x="3606546" y="0"/>
                  </a:lnTo>
                  <a:close/>
                  <a:moveTo>
                    <a:pt x="3775583" y="0"/>
                  </a:moveTo>
                  <a:lnTo>
                    <a:pt x="3775583" y="44704"/>
                  </a:lnTo>
                  <a:lnTo>
                    <a:pt x="4747514" y="44704"/>
                  </a:lnTo>
                  <a:lnTo>
                    <a:pt x="4747514" y="0"/>
                  </a:lnTo>
                  <a:close/>
                  <a:moveTo>
                    <a:pt x="4916424" y="0"/>
                  </a:moveTo>
                  <a:lnTo>
                    <a:pt x="4916424" y="44704"/>
                  </a:lnTo>
                  <a:lnTo>
                    <a:pt x="8598789" y="44704"/>
                  </a:lnTo>
                  <a:lnTo>
                    <a:pt x="8598789" y="0"/>
                  </a:lnTo>
                  <a:close/>
                  <a:moveTo>
                    <a:pt x="8825230" y="0"/>
                  </a:moveTo>
                  <a:lnTo>
                    <a:pt x="8825230" y="44704"/>
                  </a:lnTo>
                  <a:lnTo>
                    <a:pt x="8872728" y="44704"/>
                  </a:lnTo>
                  <a:lnTo>
                    <a:pt x="8872728" y="0"/>
                  </a:lnTo>
                  <a:close/>
                  <a:moveTo>
                    <a:pt x="9028812" y="0"/>
                  </a:moveTo>
                  <a:lnTo>
                    <a:pt x="9028812" y="44704"/>
                  </a:lnTo>
                  <a:lnTo>
                    <a:pt x="9779381" y="44704"/>
                  </a:lnTo>
                  <a:lnTo>
                    <a:pt x="9779381" y="0"/>
                  </a:lnTo>
                  <a:close/>
                </a:path>
              </a:pathLst>
            </a:custGeom>
            <a:solidFill>
              <a:srgbClr val="131416"/>
            </a:solidFill>
            <a:ln>
              <a:noFill/>
            </a:ln>
          </p:spPr>
        </p:sp>
        <p:sp>
          <p:nvSpPr>
            <p:cNvPr id="327" name="Google Shape;327;p14"/>
            <p:cNvSpPr/>
            <p:nvPr/>
          </p:nvSpPr>
          <p:spPr>
            <a:xfrm>
              <a:off x="9842881" y="63500"/>
              <a:ext cx="116078" cy="44704"/>
            </a:xfrm>
            <a:custGeom>
              <a:rect b="b" l="l" r="r" t="t"/>
              <a:pathLst>
                <a:path extrusionOk="0" h="44704" w="116078">
                  <a:moveTo>
                    <a:pt x="0" y="0"/>
                  </a:moveTo>
                  <a:lnTo>
                    <a:pt x="116079" y="0"/>
                  </a:lnTo>
                  <a:lnTo>
                    <a:pt x="116079" y="44704"/>
                  </a:lnTo>
                  <a:lnTo>
                    <a:pt x="0" y="44704"/>
                  </a:lnTo>
                  <a:close/>
                </a:path>
              </a:pathLst>
            </a:custGeom>
            <a:solidFill>
              <a:srgbClr val="131416"/>
            </a:solidFill>
            <a:ln>
              <a:noFill/>
            </a:ln>
          </p:spPr>
        </p:sp>
      </p:grpSp>
      <p:sp>
        <p:nvSpPr>
          <p:cNvPr id="328" name="Google Shape;328;p14"/>
          <p:cNvSpPr txBox="1"/>
          <p:nvPr/>
        </p:nvSpPr>
        <p:spPr>
          <a:xfrm>
            <a:off x="6749849" y="1441600"/>
            <a:ext cx="4788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3967353" y="3899545"/>
            <a:ext cx="10093395" cy="621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20"/>
              <a:buFont typeface="Arial"/>
              <a:buNone/>
            </a:pPr>
            <a:r>
              <a:rPr b="1" i="0" lang="en-US" sz="3520" u="sng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GeeksforGeeks. (2023). Abstract Data Types.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14" title="Gemini_Generated_Image_k3gbyrk3gbyrk3gb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525" y="807000"/>
            <a:ext cx="4963574" cy="3092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4"/>
          <p:cNvSpPr txBox="1"/>
          <p:nvPr/>
        </p:nvSpPr>
        <p:spPr>
          <a:xfrm>
            <a:off x="3967350" y="5476250"/>
            <a:ext cx="126969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810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Salleg, B. (2018). conceptos de Punteros y Nodos. Retrieved December 15, 2025, from Slideshare website: https://www.slideshare.net/slideshow/conceptos-de-punteros-y-nodos-10104804/10104804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‌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14"/>
          <p:cNvSpPr txBox="1"/>
          <p:nvPr/>
        </p:nvSpPr>
        <p:spPr>
          <a:xfrm>
            <a:off x="13115225" y="7791500"/>
            <a:ext cx="519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"/>
          <p:cNvSpPr/>
          <p:nvPr/>
        </p:nvSpPr>
        <p:spPr>
          <a:xfrm>
            <a:off x="7023097" y="5561819"/>
            <a:ext cx="4241797" cy="4241797"/>
          </a:xfrm>
          <a:custGeom>
            <a:rect b="b" l="l" r="r" t="t"/>
            <a:pathLst>
              <a:path extrusionOk="0" h="4241797" w="4241797">
                <a:moveTo>
                  <a:pt x="0" y="0"/>
                </a:moveTo>
                <a:lnTo>
                  <a:pt x="4241797" y="0"/>
                </a:lnTo>
                <a:lnTo>
                  <a:pt x="4241797" y="4241797"/>
                </a:lnTo>
                <a:lnTo>
                  <a:pt x="0" y="4241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12"/>
          <p:cNvSpPr txBox="1"/>
          <p:nvPr/>
        </p:nvSpPr>
        <p:spPr>
          <a:xfrm>
            <a:off x="6530136" y="1828775"/>
            <a:ext cx="53829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7"/>
              <a:buFont typeface="Arial"/>
              <a:buNone/>
            </a:pPr>
            <a:r>
              <a:rPr b="1" i="0" lang="en-US" sz="6097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2"/>
          <p:cNvSpPr txBox="1"/>
          <p:nvPr/>
        </p:nvSpPr>
        <p:spPr>
          <a:xfrm>
            <a:off x="5259181" y="3291840"/>
            <a:ext cx="7924829" cy="1846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2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rPr b="0" i="0" lang="en-US" sz="3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Realizar la instalación y configuración de las herramientas a utilizar durante el semestre.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12" title="Gemini_Generated_Image_u2i06ou2i06ou2i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"/>
            <a:ext cx="4695574" cy="643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f3c4005a4_0_1759"/>
          <p:cNvSpPr txBox="1"/>
          <p:nvPr/>
        </p:nvSpPr>
        <p:spPr>
          <a:xfrm>
            <a:off x="3595514" y="3144852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Tarea No.1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46" name="Google Shape;346;g39f3c4005a4_0_1759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175" y="1575295"/>
            <a:ext cx="4077824" cy="407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g39f3c4005a4_0_133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2" name="Google Shape;352;g39f3c4005a4_0_1330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{1EEE3577-CA2C-4BB2-81A0-B95723FD757E}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3" name="Google Shape;353;g39f3c4005a4_0_1330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9f3c4005a4_0_1330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5" name="Google Shape;355;g39f3c4005a4_0_1330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{1EEE3577-CA2C-4BB2-81A0-B95723FD757E}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6" name="Google Shape;356;g39f3c4005a4_0_1330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9f3c4005a4_0_1330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9f3c4005a4_0_1419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g39f3c4005a4_0_1419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f3c4005a4_0_1588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69" name="Google Shape;369;g39f3c4005a4_0_1588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0" name="Google Shape;370;g39f3c4005a4_0_1588"/>
          <p:cNvSpPr txBox="1"/>
          <p:nvPr/>
        </p:nvSpPr>
        <p:spPr>
          <a:xfrm>
            <a:off x="2411100" y="7091240"/>
            <a:ext cx="13465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